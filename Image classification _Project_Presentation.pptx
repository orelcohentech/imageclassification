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008077-E750-476E-8CD2-EF6A274929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DC6CB2B-67C3-4178-8CFB-0E2BB73A1E1D}">
      <dgm:prSet/>
      <dgm:spPr/>
      <dgm:t>
        <a:bodyPr/>
        <a:lstStyle/>
        <a:p>
          <a:r>
            <a:rPr lang="en-US"/>
            <a:t>While traditional AI excels at object detection, it often fails to distinguish between different creation modalities like photographs, drawings, and 3D renders.</a:t>
          </a:r>
        </a:p>
      </dgm:t>
    </dgm:pt>
    <dgm:pt modelId="{4D6B0F9C-3FD5-4240-B073-F55C04EC4EEB}" type="parTrans" cxnId="{4F6D123B-8B2B-4CF7-801A-F0A639955E11}">
      <dgm:prSet/>
      <dgm:spPr/>
      <dgm:t>
        <a:bodyPr/>
        <a:lstStyle/>
        <a:p>
          <a:endParaRPr lang="en-US"/>
        </a:p>
      </dgm:t>
    </dgm:pt>
    <dgm:pt modelId="{1C4F015D-A4D1-491B-8ED4-79CCCE539D4E}" type="sibTrans" cxnId="{4F6D123B-8B2B-4CF7-801A-F0A639955E11}">
      <dgm:prSet/>
      <dgm:spPr/>
      <dgm:t>
        <a:bodyPr/>
        <a:lstStyle/>
        <a:p>
          <a:endParaRPr lang="en-US"/>
        </a:p>
      </dgm:t>
    </dgm:pt>
    <dgm:pt modelId="{E795F043-B8F9-4E10-BA9A-D6CAB732D868}">
      <dgm:prSet/>
      <dgm:spPr/>
      <dgm:t>
        <a:bodyPr/>
        <a:lstStyle/>
        <a:p>
          <a:r>
            <a:rPr lang="en-US"/>
            <a:t>Our project addresses this gap by leveraging visual and spectral analysis to automatically classify images into </a:t>
          </a:r>
          <a:r>
            <a:rPr lang="en-US" b="1"/>
            <a:t>Real</a:t>
          </a:r>
          <a:r>
            <a:rPr lang="en-US"/>
            <a:t>, </a:t>
          </a:r>
          <a:r>
            <a:rPr lang="en-US" b="1"/>
            <a:t>2D</a:t>
          </a:r>
          <a:r>
            <a:rPr lang="en-US"/>
            <a:t>, and </a:t>
          </a:r>
          <a:r>
            <a:rPr lang="en-US" b="1"/>
            <a:t>3D</a:t>
          </a:r>
          <a:r>
            <a:rPr lang="en-US"/>
            <a:t> categories.</a:t>
          </a:r>
        </a:p>
      </dgm:t>
    </dgm:pt>
    <dgm:pt modelId="{0C6A0394-8A8D-4D63-A0B4-63D16FE020C5}" type="parTrans" cxnId="{B27494E5-332D-4FC3-B64F-74133EA9DCCA}">
      <dgm:prSet/>
      <dgm:spPr/>
      <dgm:t>
        <a:bodyPr/>
        <a:lstStyle/>
        <a:p>
          <a:endParaRPr lang="en-US"/>
        </a:p>
      </dgm:t>
    </dgm:pt>
    <dgm:pt modelId="{08AB57AE-1EB1-46C1-BABD-148A9A7B1F64}" type="sibTrans" cxnId="{B27494E5-332D-4FC3-B64F-74133EA9DCCA}">
      <dgm:prSet/>
      <dgm:spPr/>
      <dgm:t>
        <a:bodyPr/>
        <a:lstStyle/>
        <a:p>
          <a:endParaRPr lang="en-US"/>
        </a:p>
      </dgm:t>
    </dgm:pt>
    <dgm:pt modelId="{BF2BDC57-1265-419B-B8ED-30A9103C227F}">
      <dgm:prSet/>
      <dgm:spPr/>
      <dgm:t>
        <a:bodyPr/>
        <a:lstStyle/>
        <a:p>
          <a:r>
            <a:rPr lang="en-US" dirty="0"/>
            <a:t>This solution is essential for </a:t>
          </a:r>
          <a:r>
            <a:rPr lang="en-US" b="1" dirty="0"/>
            <a:t>Automated Dataset Curation</a:t>
          </a:r>
          <a:r>
            <a:rPr lang="en-US" dirty="0"/>
            <a:t>, ensuring high-quality training data, and for enabling efficient style-based organization in </a:t>
          </a:r>
          <a:r>
            <a:rPr lang="en-US" b="1" dirty="0"/>
            <a:t>Digital Asset Management</a:t>
          </a:r>
          <a:r>
            <a:rPr lang="en-US" dirty="0"/>
            <a:t> systems.</a:t>
          </a:r>
        </a:p>
      </dgm:t>
    </dgm:pt>
    <dgm:pt modelId="{DDB66F3A-CE72-42F7-9917-F005091FC585}" type="parTrans" cxnId="{A7E4B8B8-F6B3-48C6-A6BB-61F7D987AF21}">
      <dgm:prSet/>
      <dgm:spPr/>
      <dgm:t>
        <a:bodyPr/>
        <a:lstStyle/>
        <a:p>
          <a:endParaRPr lang="en-US"/>
        </a:p>
      </dgm:t>
    </dgm:pt>
    <dgm:pt modelId="{9CA6569E-101D-45DA-BBFA-DFAFE92835B9}" type="sibTrans" cxnId="{A7E4B8B8-F6B3-48C6-A6BB-61F7D987AF21}">
      <dgm:prSet/>
      <dgm:spPr/>
      <dgm:t>
        <a:bodyPr/>
        <a:lstStyle/>
        <a:p>
          <a:endParaRPr lang="en-US"/>
        </a:p>
      </dgm:t>
    </dgm:pt>
    <dgm:pt modelId="{6CC0208F-A8BF-41DB-91E8-CFE38EBCE597}" type="pres">
      <dgm:prSet presAssocID="{DF008077-E750-476E-8CD2-EF6A274929AD}" presName="root" presStyleCnt="0">
        <dgm:presLayoutVars>
          <dgm:dir/>
          <dgm:resizeHandles val="exact"/>
        </dgm:presLayoutVars>
      </dgm:prSet>
      <dgm:spPr/>
    </dgm:pt>
    <dgm:pt modelId="{408274C7-F1F5-4BC7-8870-4A046D2DC767}" type="pres">
      <dgm:prSet presAssocID="{7DC6CB2B-67C3-4178-8CFB-0E2BB73A1E1D}" presName="compNode" presStyleCnt="0"/>
      <dgm:spPr/>
    </dgm:pt>
    <dgm:pt modelId="{AF223486-8B7D-427C-8119-419D6CCD2DE4}" type="pres">
      <dgm:prSet presAssocID="{7DC6CB2B-67C3-4178-8CFB-0E2BB73A1E1D}" presName="bgRect" presStyleLbl="bgShp" presStyleIdx="0" presStyleCnt="3"/>
      <dgm:spPr/>
    </dgm:pt>
    <dgm:pt modelId="{942C1CEE-C82A-441D-BE5E-6CD1F3A79A59}" type="pres">
      <dgm:prSet presAssocID="{7DC6CB2B-67C3-4178-8CFB-0E2BB73A1E1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C1E4D47-93CC-4FD8-BC70-D803610336E2}" type="pres">
      <dgm:prSet presAssocID="{7DC6CB2B-67C3-4178-8CFB-0E2BB73A1E1D}" presName="spaceRect" presStyleCnt="0"/>
      <dgm:spPr/>
    </dgm:pt>
    <dgm:pt modelId="{6AADF353-DB71-41BD-B950-47DF03244CC7}" type="pres">
      <dgm:prSet presAssocID="{7DC6CB2B-67C3-4178-8CFB-0E2BB73A1E1D}" presName="parTx" presStyleLbl="revTx" presStyleIdx="0" presStyleCnt="3">
        <dgm:presLayoutVars>
          <dgm:chMax val="0"/>
          <dgm:chPref val="0"/>
        </dgm:presLayoutVars>
      </dgm:prSet>
      <dgm:spPr/>
    </dgm:pt>
    <dgm:pt modelId="{FCC6CF2F-2354-4EFC-A825-490041977046}" type="pres">
      <dgm:prSet presAssocID="{1C4F015D-A4D1-491B-8ED4-79CCCE539D4E}" presName="sibTrans" presStyleCnt="0"/>
      <dgm:spPr/>
    </dgm:pt>
    <dgm:pt modelId="{C4BBBDE9-EB74-4A96-902F-463280F3DDFD}" type="pres">
      <dgm:prSet presAssocID="{E795F043-B8F9-4E10-BA9A-D6CAB732D868}" presName="compNode" presStyleCnt="0"/>
      <dgm:spPr/>
    </dgm:pt>
    <dgm:pt modelId="{B7BB8C23-362A-4C61-A275-7A1F3FD48E3B}" type="pres">
      <dgm:prSet presAssocID="{E795F043-B8F9-4E10-BA9A-D6CAB732D868}" presName="bgRect" presStyleLbl="bgShp" presStyleIdx="1" presStyleCnt="3"/>
      <dgm:spPr/>
    </dgm:pt>
    <dgm:pt modelId="{9E05A25E-D32C-4E91-91FC-43165FD5C991}" type="pres">
      <dgm:prSet presAssocID="{E795F043-B8F9-4E10-BA9A-D6CAB732D86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7E73A44-CF90-48D4-9A3B-8950AD1A5251}" type="pres">
      <dgm:prSet presAssocID="{E795F043-B8F9-4E10-BA9A-D6CAB732D868}" presName="spaceRect" presStyleCnt="0"/>
      <dgm:spPr/>
    </dgm:pt>
    <dgm:pt modelId="{292719E7-B197-4A19-B107-E472F9C7EDFA}" type="pres">
      <dgm:prSet presAssocID="{E795F043-B8F9-4E10-BA9A-D6CAB732D868}" presName="parTx" presStyleLbl="revTx" presStyleIdx="1" presStyleCnt="3">
        <dgm:presLayoutVars>
          <dgm:chMax val="0"/>
          <dgm:chPref val="0"/>
        </dgm:presLayoutVars>
      </dgm:prSet>
      <dgm:spPr/>
    </dgm:pt>
    <dgm:pt modelId="{EAB3D522-27D1-4BF0-B9DC-2F1C03C202C8}" type="pres">
      <dgm:prSet presAssocID="{08AB57AE-1EB1-46C1-BABD-148A9A7B1F64}" presName="sibTrans" presStyleCnt="0"/>
      <dgm:spPr/>
    </dgm:pt>
    <dgm:pt modelId="{52ECBEE2-4D1A-494F-9761-77B260A79B95}" type="pres">
      <dgm:prSet presAssocID="{BF2BDC57-1265-419B-B8ED-30A9103C227F}" presName="compNode" presStyleCnt="0"/>
      <dgm:spPr/>
    </dgm:pt>
    <dgm:pt modelId="{81D77FAA-D24E-42BD-B57C-1A55304E8014}" type="pres">
      <dgm:prSet presAssocID="{BF2BDC57-1265-419B-B8ED-30A9103C227F}" presName="bgRect" presStyleLbl="bgShp" presStyleIdx="2" presStyleCnt="3"/>
      <dgm:spPr/>
    </dgm:pt>
    <dgm:pt modelId="{EA9DE0A7-C27F-47FE-9E3E-71A641B0CF97}" type="pres">
      <dgm:prSet presAssocID="{BF2BDC57-1265-419B-B8ED-30A9103C227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B5CE115-FEE8-4DD6-94B8-D76880835EB3}" type="pres">
      <dgm:prSet presAssocID="{BF2BDC57-1265-419B-B8ED-30A9103C227F}" presName="spaceRect" presStyleCnt="0"/>
      <dgm:spPr/>
    </dgm:pt>
    <dgm:pt modelId="{D80A3C36-D179-4396-8C52-8C1F3A1AEF06}" type="pres">
      <dgm:prSet presAssocID="{BF2BDC57-1265-419B-B8ED-30A9103C227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F6D123B-8B2B-4CF7-801A-F0A639955E11}" srcId="{DF008077-E750-476E-8CD2-EF6A274929AD}" destId="{7DC6CB2B-67C3-4178-8CFB-0E2BB73A1E1D}" srcOrd="0" destOrd="0" parTransId="{4D6B0F9C-3FD5-4240-B073-F55C04EC4EEB}" sibTransId="{1C4F015D-A4D1-491B-8ED4-79CCCE539D4E}"/>
    <dgm:cxn modelId="{7722525E-85FA-44C0-BDCB-F758BF4AB049}" type="presOf" srcId="{E795F043-B8F9-4E10-BA9A-D6CAB732D868}" destId="{292719E7-B197-4A19-B107-E472F9C7EDFA}" srcOrd="0" destOrd="0" presId="urn:microsoft.com/office/officeart/2018/2/layout/IconVerticalSolidList"/>
    <dgm:cxn modelId="{64088253-737E-4088-8F36-F8C2FCB23A0B}" type="presOf" srcId="{BF2BDC57-1265-419B-B8ED-30A9103C227F}" destId="{D80A3C36-D179-4396-8C52-8C1F3A1AEF06}" srcOrd="0" destOrd="0" presId="urn:microsoft.com/office/officeart/2018/2/layout/IconVerticalSolidList"/>
    <dgm:cxn modelId="{1F7EE29C-04DF-4265-B42A-197E0DED334C}" type="presOf" srcId="{7DC6CB2B-67C3-4178-8CFB-0E2BB73A1E1D}" destId="{6AADF353-DB71-41BD-B950-47DF03244CC7}" srcOrd="0" destOrd="0" presId="urn:microsoft.com/office/officeart/2018/2/layout/IconVerticalSolidList"/>
    <dgm:cxn modelId="{A7E4B8B8-F6B3-48C6-A6BB-61F7D987AF21}" srcId="{DF008077-E750-476E-8CD2-EF6A274929AD}" destId="{BF2BDC57-1265-419B-B8ED-30A9103C227F}" srcOrd="2" destOrd="0" parTransId="{DDB66F3A-CE72-42F7-9917-F005091FC585}" sibTransId="{9CA6569E-101D-45DA-BBFA-DFAFE92835B9}"/>
    <dgm:cxn modelId="{38DFA8D9-909F-411F-B283-25EEB1AB0FC4}" type="presOf" srcId="{DF008077-E750-476E-8CD2-EF6A274929AD}" destId="{6CC0208F-A8BF-41DB-91E8-CFE38EBCE597}" srcOrd="0" destOrd="0" presId="urn:microsoft.com/office/officeart/2018/2/layout/IconVerticalSolidList"/>
    <dgm:cxn modelId="{B27494E5-332D-4FC3-B64F-74133EA9DCCA}" srcId="{DF008077-E750-476E-8CD2-EF6A274929AD}" destId="{E795F043-B8F9-4E10-BA9A-D6CAB732D868}" srcOrd="1" destOrd="0" parTransId="{0C6A0394-8A8D-4D63-A0B4-63D16FE020C5}" sibTransId="{08AB57AE-1EB1-46C1-BABD-148A9A7B1F64}"/>
    <dgm:cxn modelId="{A6D40AD7-4687-4D55-862F-7D5F5F08B61C}" type="presParOf" srcId="{6CC0208F-A8BF-41DB-91E8-CFE38EBCE597}" destId="{408274C7-F1F5-4BC7-8870-4A046D2DC767}" srcOrd="0" destOrd="0" presId="urn:microsoft.com/office/officeart/2018/2/layout/IconVerticalSolidList"/>
    <dgm:cxn modelId="{E70AEE52-C90F-4C68-81AC-D03D81E9C8B3}" type="presParOf" srcId="{408274C7-F1F5-4BC7-8870-4A046D2DC767}" destId="{AF223486-8B7D-427C-8119-419D6CCD2DE4}" srcOrd="0" destOrd="0" presId="urn:microsoft.com/office/officeart/2018/2/layout/IconVerticalSolidList"/>
    <dgm:cxn modelId="{59DEF8AE-D0FC-43EE-A3AF-1831F6E0D6B1}" type="presParOf" srcId="{408274C7-F1F5-4BC7-8870-4A046D2DC767}" destId="{942C1CEE-C82A-441D-BE5E-6CD1F3A79A59}" srcOrd="1" destOrd="0" presId="urn:microsoft.com/office/officeart/2018/2/layout/IconVerticalSolidList"/>
    <dgm:cxn modelId="{1ADBAC42-3DA9-4504-91FC-BB7497C04349}" type="presParOf" srcId="{408274C7-F1F5-4BC7-8870-4A046D2DC767}" destId="{1C1E4D47-93CC-4FD8-BC70-D803610336E2}" srcOrd="2" destOrd="0" presId="urn:microsoft.com/office/officeart/2018/2/layout/IconVerticalSolidList"/>
    <dgm:cxn modelId="{DC9209AE-3205-441B-9603-731F91667CA2}" type="presParOf" srcId="{408274C7-F1F5-4BC7-8870-4A046D2DC767}" destId="{6AADF353-DB71-41BD-B950-47DF03244CC7}" srcOrd="3" destOrd="0" presId="urn:microsoft.com/office/officeart/2018/2/layout/IconVerticalSolidList"/>
    <dgm:cxn modelId="{5D751051-0A9B-44EA-BF7F-D2170ECC64E2}" type="presParOf" srcId="{6CC0208F-A8BF-41DB-91E8-CFE38EBCE597}" destId="{FCC6CF2F-2354-4EFC-A825-490041977046}" srcOrd="1" destOrd="0" presId="urn:microsoft.com/office/officeart/2018/2/layout/IconVerticalSolidList"/>
    <dgm:cxn modelId="{7BD06322-6FC9-45E9-B887-61DB0C143044}" type="presParOf" srcId="{6CC0208F-A8BF-41DB-91E8-CFE38EBCE597}" destId="{C4BBBDE9-EB74-4A96-902F-463280F3DDFD}" srcOrd="2" destOrd="0" presId="urn:microsoft.com/office/officeart/2018/2/layout/IconVerticalSolidList"/>
    <dgm:cxn modelId="{665D1FC1-8F63-48A0-9FE8-82F887CC48C7}" type="presParOf" srcId="{C4BBBDE9-EB74-4A96-902F-463280F3DDFD}" destId="{B7BB8C23-362A-4C61-A275-7A1F3FD48E3B}" srcOrd="0" destOrd="0" presId="urn:microsoft.com/office/officeart/2018/2/layout/IconVerticalSolidList"/>
    <dgm:cxn modelId="{EC6AA4E3-1AA3-4ECD-9362-ED1F314FF651}" type="presParOf" srcId="{C4BBBDE9-EB74-4A96-902F-463280F3DDFD}" destId="{9E05A25E-D32C-4E91-91FC-43165FD5C991}" srcOrd="1" destOrd="0" presId="urn:microsoft.com/office/officeart/2018/2/layout/IconVerticalSolidList"/>
    <dgm:cxn modelId="{E342C727-2355-46E6-98C6-01318CBA2D8C}" type="presParOf" srcId="{C4BBBDE9-EB74-4A96-902F-463280F3DDFD}" destId="{E7E73A44-CF90-48D4-9A3B-8950AD1A5251}" srcOrd="2" destOrd="0" presId="urn:microsoft.com/office/officeart/2018/2/layout/IconVerticalSolidList"/>
    <dgm:cxn modelId="{2E134FDD-A793-4127-BEDE-226AC6553E71}" type="presParOf" srcId="{C4BBBDE9-EB74-4A96-902F-463280F3DDFD}" destId="{292719E7-B197-4A19-B107-E472F9C7EDFA}" srcOrd="3" destOrd="0" presId="urn:microsoft.com/office/officeart/2018/2/layout/IconVerticalSolidList"/>
    <dgm:cxn modelId="{EE214F4C-127B-40D6-BA83-E71ADA02B6AA}" type="presParOf" srcId="{6CC0208F-A8BF-41DB-91E8-CFE38EBCE597}" destId="{EAB3D522-27D1-4BF0-B9DC-2F1C03C202C8}" srcOrd="3" destOrd="0" presId="urn:microsoft.com/office/officeart/2018/2/layout/IconVerticalSolidList"/>
    <dgm:cxn modelId="{30D52626-93FF-4905-96D9-E9340A552C33}" type="presParOf" srcId="{6CC0208F-A8BF-41DB-91E8-CFE38EBCE597}" destId="{52ECBEE2-4D1A-494F-9761-77B260A79B95}" srcOrd="4" destOrd="0" presId="urn:microsoft.com/office/officeart/2018/2/layout/IconVerticalSolidList"/>
    <dgm:cxn modelId="{0A608E8D-0195-4CC9-BA3C-83391EBB3962}" type="presParOf" srcId="{52ECBEE2-4D1A-494F-9761-77B260A79B95}" destId="{81D77FAA-D24E-42BD-B57C-1A55304E8014}" srcOrd="0" destOrd="0" presId="urn:microsoft.com/office/officeart/2018/2/layout/IconVerticalSolidList"/>
    <dgm:cxn modelId="{81356EFF-7D38-4F8C-AFCF-22598E4E9C93}" type="presParOf" srcId="{52ECBEE2-4D1A-494F-9761-77B260A79B95}" destId="{EA9DE0A7-C27F-47FE-9E3E-71A641B0CF97}" srcOrd="1" destOrd="0" presId="urn:microsoft.com/office/officeart/2018/2/layout/IconVerticalSolidList"/>
    <dgm:cxn modelId="{FDB65D0F-87AD-408D-ADFD-3AEF0ECB2431}" type="presParOf" srcId="{52ECBEE2-4D1A-494F-9761-77B260A79B95}" destId="{DB5CE115-FEE8-4DD6-94B8-D76880835EB3}" srcOrd="2" destOrd="0" presId="urn:microsoft.com/office/officeart/2018/2/layout/IconVerticalSolidList"/>
    <dgm:cxn modelId="{0DC78F0E-A87A-401A-9EDA-81027DAF45D1}" type="presParOf" srcId="{52ECBEE2-4D1A-494F-9761-77B260A79B95}" destId="{D80A3C36-D179-4396-8C52-8C1F3A1AEF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900F62-7A0E-4CEE-88FE-C436E6FAFAF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7EFA8DF-4ACA-44C6-9BEE-C50D90A6D4DA}">
      <dgm:prSet/>
      <dgm:spPr/>
      <dgm:t>
        <a:bodyPr/>
        <a:lstStyle/>
        <a:p>
          <a:r>
            <a:rPr lang="en-US"/>
            <a:t>- Balanced Dataset (1,000 per class):</a:t>
          </a:r>
        </a:p>
      </dgm:t>
    </dgm:pt>
    <dgm:pt modelId="{8F013176-080F-47B4-BB1D-4BF08E04FB91}" type="parTrans" cxnId="{63AF54A2-0485-413A-86CF-A1D623921562}">
      <dgm:prSet/>
      <dgm:spPr/>
      <dgm:t>
        <a:bodyPr/>
        <a:lstStyle/>
        <a:p>
          <a:endParaRPr lang="en-US"/>
        </a:p>
      </dgm:t>
    </dgm:pt>
    <dgm:pt modelId="{500FE80B-57E3-495E-8601-AF5636BA02B1}" type="sibTrans" cxnId="{63AF54A2-0485-413A-86CF-A1D623921562}">
      <dgm:prSet/>
      <dgm:spPr/>
      <dgm:t>
        <a:bodyPr/>
        <a:lstStyle/>
        <a:p>
          <a:endParaRPr lang="en-US"/>
        </a:p>
      </dgm:t>
    </dgm:pt>
    <dgm:pt modelId="{E69DA7E9-1664-4A99-866B-6472BEA803CC}">
      <dgm:prSet/>
      <dgm:spPr/>
      <dgm:t>
        <a:bodyPr/>
        <a:lstStyle/>
        <a:p>
          <a:r>
            <a:rPr lang="en-US" dirty="0"/>
            <a:t>Class 0: REAL (1,000 images)</a:t>
          </a:r>
        </a:p>
      </dgm:t>
    </dgm:pt>
    <dgm:pt modelId="{6CB87CA0-B00E-4978-8537-D790EA0B8F4F}" type="parTrans" cxnId="{C5DB4DFC-2A44-4687-AA1C-B3B7586580C4}">
      <dgm:prSet/>
      <dgm:spPr/>
      <dgm:t>
        <a:bodyPr/>
        <a:lstStyle/>
        <a:p>
          <a:endParaRPr lang="en-US"/>
        </a:p>
      </dgm:t>
    </dgm:pt>
    <dgm:pt modelId="{C8E277A7-ED7E-4206-A2F6-D5877F804145}" type="sibTrans" cxnId="{C5DB4DFC-2A44-4687-AA1C-B3B7586580C4}">
      <dgm:prSet/>
      <dgm:spPr/>
      <dgm:t>
        <a:bodyPr/>
        <a:lstStyle/>
        <a:p>
          <a:endParaRPr lang="en-US"/>
        </a:p>
      </dgm:t>
    </dgm:pt>
    <dgm:pt modelId="{144C2957-53B6-4E7C-B511-A4F3F5DE0CA7}">
      <dgm:prSet/>
      <dgm:spPr/>
      <dgm:t>
        <a:bodyPr/>
        <a:lstStyle/>
        <a:p>
          <a:r>
            <a:rPr lang="en-US" dirty="0"/>
            <a:t>Class 1:</a:t>
          </a:r>
          <a:r>
            <a:rPr lang="he-IL" dirty="0"/>
            <a:t> </a:t>
          </a:r>
          <a:r>
            <a:rPr lang="en-US" dirty="0"/>
            <a:t>2D (1,000 images)</a:t>
          </a:r>
        </a:p>
      </dgm:t>
    </dgm:pt>
    <dgm:pt modelId="{E8726B76-0B15-466E-B8BF-DC6899465185}" type="parTrans" cxnId="{2A9DAE03-675E-4E8F-B93C-9964584DF853}">
      <dgm:prSet/>
      <dgm:spPr/>
      <dgm:t>
        <a:bodyPr/>
        <a:lstStyle/>
        <a:p>
          <a:endParaRPr lang="en-US"/>
        </a:p>
      </dgm:t>
    </dgm:pt>
    <dgm:pt modelId="{DD4AC366-C2E0-408E-98A5-259D8BA09311}" type="sibTrans" cxnId="{2A9DAE03-675E-4E8F-B93C-9964584DF853}">
      <dgm:prSet/>
      <dgm:spPr/>
      <dgm:t>
        <a:bodyPr/>
        <a:lstStyle/>
        <a:p>
          <a:endParaRPr lang="en-US"/>
        </a:p>
      </dgm:t>
    </dgm:pt>
    <dgm:pt modelId="{996ACA2F-A4AF-4873-A67A-0D3AA825BE07}">
      <dgm:prSet/>
      <dgm:spPr/>
      <dgm:t>
        <a:bodyPr/>
        <a:lstStyle/>
        <a:p>
          <a:r>
            <a:rPr lang="en-US" dirty="0"/>
            <a:t>Class 2: 3D CGI (1,000 images)</a:t>
          </a:r>
          <a:r>
            <a:rPr lang="he-IL" dirty="0"/>
            <a:t> </a:t>
          </a:r>
          <a:endParaRPr lang="en-US" dirty="0"/>
        </a:p>
      </dgm:t>
    </dgm:pt>
    <dgm:pt modelId="{3C90C1F9-F9D8-449B-8AF4-8D8044123A88}" type="parTrans" cxnId="{A19E7BB0-54DF-4262-810D-E11B84DAC96F}">
      <dgm:prSet/>
      <dgm:spPr/>
      <dgm:t>
        <a:bodyPr/>
        <a:lstStyle/>
        <a:p>
          <a:endParaRPr lang="en-US"/>
        </a:p>
      </dgm:t>
    </dgm:pt>
    <dgm:pt modelId="{F55C9EBE-500E-475D-A79A-0054DCDBBED4}" type="sibTrans" cxnId="{A19E7BB0-54DF-4262-810D-E11B84DAC96F}">
      <dgm:prSet/>
      <dgm:spPr/>
      <dgm:t>
        <a:bodyPr/>
        <a:lstStyle/>
        <a:p>
          <a:endParaRPr lang="en-US"/>
        </a:p>
      </dgm:t>
    </dgm:pt>
    <dgm:pt modelId="{8D46E0D1-74F2-4C61-BB90-00BD567CB47A}">
      <dgm:prSet/>
      <dgm:spPr/>
      <dgm:t>
        <a:bodyPr/>
        <a:lstStyle/>
        <a:p>
          <a:r>
            <a:rPr lang="en-US" dirty="0"/>
            <a:t>- Preprocessing:  Crop, Resize to 224x224, Normalization.</a:t>
          </a:r>
        </a:p>
      </dgm:t>
    </dgm:pt>
    <dgm:pt modelId="{D0ECAA6F-7294-442C-8180-7D2B35FB0129}" type="parTrans" cxnId="{E02AD097-A884-4CC0-BAF0-22D7F3398FD1}">
      <dgm:prSet/>
      <dgm:spPr/>
      <dgm:t>
        <a:bodyPr/>
        <a:lstStyle/>
        <a:p>
          <a:endParaRPr lang="en-US"/>
        </a:p>
      </dgm:t>
    </dgm:pt>
    <dgm:pt modelId="{17A27BFA-484E-4BFB-BB37-5C930F9FF8A0}" type="sibTrans" cxnId="{E02AD097-A884-4CC0-BAF0-22D7F3398FD1}">
      <dgm:prSet/>
      <dgm:spPr/>
      <dgm:t>
        <a:bodyPr/>
        <a:lstStyle/>
        <a:p>
          <a:endParaRPr lang="en-US"/>
        </a:p>
      </dgm:t>
    </dgm:pt>
    <dgm:pt modelId="{39B81B48-E942-46B8-A878-0144632F712A}" type="pres">
      <dgm:prSet presAssocID="{C2900F62-7A0E-4CEE-88FE-C436E6FAFAF8}" presName="root" presStyleCnt="0">
        <dgm:presLayoutVars>
          <dgm:dir/>
          <dgm:resizeHandles val="exact"/>
        </dgm:presLayoutVars>
      </dgm:prSet>
      <dgm:spPr/>
    </dgm:pt>
    <dgm:pt modelId="{451DC68C-3E99-4154-AF05-B7D83FC6D6D6}" type="pres">
      <dgm:prSet presAssocID="{B7EFA8DF-4ACA-44C6-9BEE-C50D90A6D4DA}" presName="compNode" presStyleCnt="0"/>
      <dgm:spPr/>
    </dgm:pt>
    <dgm:pt modelId="{D860D5E6-9D17-47E1-A8D9-1E663D4EF23B}" type="pres">
      <dgm:prSet presAssocID="{B7EFA8DF-4ACA-44C6-9BEE-C50D90A6D4DA}" presName="bgRect" presStyleLbl="bgShp" presStyleIdx="0" presStyleCnt="5"/>
      <dgm:spPr/>
    </dgm:pt>
    <dgm:pt modelId="{62E65B16-B7BD-48A1-837F-907A63C74A93}" type="pres">
      <dgm:prSet presAssocID="{B7EFA8DF-4ACA-44C6-9BEE-C50D90A6D4D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סטטיסטיקה"/>
        </a:ext>
      </dgm:extLst>
    </dgm:pt>
    <dgm:pt modelId="{379B7141-EB19-406F-B2BD-FA6EA4BF7741}" type="pres">
      <dgm:prSet presAssocID="{B7EFA8DF-4ACA-44C6-9BEE-C50D90A6D4DA}" presName="spaceRect" presStyleCnt="0"/>
      <dgm:spPr/>
    </dgm:pt>
    <dgm:pt modelId="{C294F02C-14D1-4F55-A1A5-90E2C5E2B176}" type="pres">
      <dgm:prSet presAssocID="{B7EFA8DF-4ACA-44C6-9BEE-C50D90A6D4DA}" presName="parTx" presStyleLbl="revTx" presStyleIdx="0" presStyleCnt="5">
        <dgm:presLayoutVars>
          <dgm:chMax val="0"/>
          <dgm:chPref val="0"/>
        </dgm:presLayoutVars>
      </dgm:prSet>
      <dgm:spPr/>
    </dgm:pt>
    <dgm:pt modelId="{B362C5B3-F9EF-422B-8D39-CF34659F28B1}" type="pres">
      <dgm:prSet presAssocID="{500FE80B-57E3-495E-8601-AF5636BA02B1}" presName="sibTrans" presStyleCnt="0"/>
      <dgm:spPr/>
    </dgm:pt>
    <dgm:pt modelId="{93943D28-1272-40FD-A24D-153C53832156}" type="pres">
      <dgm:prSet presAssocID="{E69DA7E9-1664-4A99-866B-6472BEA803CC}" presName="compNode" presStyleCnt="0"/>
      <dgm:spPr/>
    </dgm:pt>
    <dgm:pt modelId="{4BE2A93B-43B8-4DCA-BBD5-733401EE356A}" type="pres">
      <dgm:prSet presAssocID="{E69DA7E9-1664-4A99-866B-6472BEA803CC}" presName="bgRect" presStyleLbl="bgShp" presStyleIdx="1" presStyleCnt="5"/>
      <dgm:spPr/>
    </dgm:pt>
    <dgm:pt modelId="{7F9EF676-0228-4283-9AA7-B55B96F3A9CF}" type="pres">
      <dgm:prSet presAssocID="{E69DA7E9-1664-4A99-866B-6472BEA803C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קוביות"/>
        </a:ext>
      </dgm:extLst>
    </dgm:pt>
    <dgm:pt modelId="{B1F0306C-E8A8-463E-ACD6-C9BEC62AFEDE}" type="pres">
      <dgm:prSet presAssocID="{E69DA7E9-1664-4A99-866B-6472BEA803CC}" presName="spaceRect" presStyleCnt="0"/>
      <dgm:spPr/>
    </dgm:pt>
    <dgm:pt modelId="{5AA11283-2709-45D7-A266-67776DAEC68A}" type="pres">
      <dgm:prSet presAssocID="{E69DA7E9-1664-4A99-866B-6472BEA803CC}" presName="parTx" presStyleLbl="revTx" presStyleIdx="1" presStyleCnt="5">
        <dgm:presLayoutVars>
          <dgm:chMax val="0"/>
          <dgm:chPref val="0"/>
        </dgm:presLayoutVars>
      </dgm:prSet>
      <dgm:spPr/>
    </dgm:pt>
    <dgm:pt modelId="{FD51BA8F-3640-4D8E-9196-017F12D7025D}" type="pres">
      <dgm:prSet presAssocID="{C8E277A7-ED7E-4206-A2F6-D5877F804145}" presName="sibTrans" presStyleCnt="0"/>
      <dgm:spPr/>
    </dgm:pt>
    <dgm:pt modelId="{A2DE216F-1135-4066-A6FD-5B22F93439EB}" type="pres">
      <dgm:prSet presAssocID="{144C2957-53B6-4E7C-B511-A4F3F5DE0CA7}" presName="compNode" presStyleCnt="0"/>
      <dgm:spPr/>
    </dgm:pt>
    <dgm:pt modelId="{0B2BBDAE-D25B-4D54-A3B2-8E0E7C6E1F87}" type="pres">
      <dgm:prSet presAssocID="{144C2957-53B6-4E7C-B511-A4F3F5DE0CA7}" presName="bgRect" presStyleLbl="bgShp" presStyleIdx="2" presStyleCnt="5"/>
      <dgm:spPr/>
    </dgm:pt>
    <dgm:pt modelId="{622B5363-AF02-47DC-811F-1FE9FF4901A0}" type="pres">
      <dgm:prSet presAssocID="{144C2957-53B6-4E7C-B511-A4F3F5DE0CA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ביטקוין"/>
        </a:ext>
      </dgm:extLst>
    </dgm:pt>
    <dgm:pt modelId="{E11E221E-6901-414D-A1F7-A961DBF90D4F}" type="pres">
      <dgm:prSet presAssocID="{144C2957-53B6-4E7C-B511-A4F3F5DE0CA7}" presName="spaceRect" presStyleCnt="0"/>
      <dgm:spPr/>
    </dgm:pt>
    <dgm:pt modelId="{25913D86-C36B-4815-8575-2B3CC70E44DB}" type="pres">
      <dgm:prSet presAssocID="{144C2957-53B6-4E7C-B511-A4F3F5DE0CA7}" presName="parTx" presStyleLbl="revTx" presStyleIdx="2" presStyleCnt="5">
        <dgm:presLayoutVars>
          <dgm:chMax val="0"/>
          <dgm:chPref val="0"/>
        </dgm:presLayoutVars>
      </dgm:prSet>
      <dgm:spPr/>
    </dgm:pt>
    <dgm:pt modelId="{DABC825E-E3EB-4B21-B4E2-04421AF4E0BA}" type="pres">
      <dgm:prSet presAssocID="{DD4AC366-C2E0-408E-98A5-259D8BA09311}" presName="sibTrans" presStyleCnt="0"/>
      <dgm:spPr/>
    </dgm:pt>
    <dgm:pt modelId="{7E8C3B14-7EF7-4E36-99F7-FAF73DE1920B}" type="pres">
      <dgm:prSet presAssocID="{996ACA2F-A4AF-4873-A67A-0D3AA825BE07}" presName="compNode" presStyleCnt="0"/>
      <dgm:spPr/>
    </dgm:pt>
    <dgm:pt modelId="{7ABF7EDC-37EC-4631-B8F5-30F2F971804C}" type="pres">
      <dgm:prSet presAssocID="{996ACA2F-A4AF-4873-A67A-0D3AA825BE07}" presName="bgRect" presStyleLbl="bgShp" presStyleIdx="3" presStyleCnt="5"/>
      <dgm:spPr/>
    </dgm:pt>
    <dgm:pt modelId="{33C928A5-F7F5-48B7-97F4-5B450F45691B}" type="pres">
      <dgm:prSet presAssocID="{996ACA2F-A4AF-4873-A67A-0D3AA825BE0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7EDE60C9-2993-4BED-965B-6D957665FE2B}" type="pres">
      <dgm:prSet presAssocID="{996ACA2F-A4AF-4873-A67A-0D3AA825BE07}" presName="spaceRect" presStyleCnt="0"/>
      <dgm:spPr/>
    </dgm:pt>
    <dgm:pt modelId="{7E79FF5D-130D-4FEC-9575-98D87DDECF45}" type="pres">
      <dgm:prSet presAssocID="{996ACA2F-A4AF-4873-A67A-0D3AA825BE07}" presName="parTx" presStyleLbl="revTx" presStyleIdx="3" presStyleCnt="5">
        <dgm:presLayoutVars>
          <dgm:chMax val="0"/>
          <dgm:chPref val="0"/>
        </dgm:presLayoutVars>
      </dgm:prSet>
      <dgm:spPr/>
    </dgm:pt>
    <dgm:pt modelId="{B6A41595-57B3-4640-893D-394CF82AF304}" type="pres">
      <dgm:prSet presAssocID="{F55C9EBE-500E-475D-A79A-0054DCDBBED4}" presName="sibTrans" presStyleCnt="0"/>
      <dgm:spPr/>
    </dgm:pt>
    <dgm:pt modelId="{D7192122-F533-4A41-ABF0-CFD221274FB7}" type="pres">
      <dgm:prSet presAssocID="{8D46E0D1-74F2-4C61-BB90-00BD567CB47A}" presName="compNode" presStyleCnt="0"/>
      <dgm:spPr/>
    </dgm:pt>
    <dgm:pt modelId="{BA6F6BE6-41DD-4183-8CDF-F316C55C8EFB}" type="pres">
      <dgm:prSet presAssocID="{8D46E0D1-74F2-4C61-BB90-00BD567CB47A}" presName="bgRect" presStyleLbl="bgShp" presStyleIdx="4" presStyleCnt="5"/>
      <dgm:spPr/>
    </dgm:pt>
    <dgm:pt modelId="{6A9270E7-3345-49EE-8AF8-045D3069524F}" type="pres">
      <dgm:prSet presAssocID="{8D46E0D1-74F2-4C61-BB90-00BD567CB47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תירס"/>
        </a:ext>
      </dgm:extLst>
    </dgm:pt>
    <dgm:pt modelId="{EAB98D28-C5B1-4063-B123-9CD2E01A6120}" type="pres">
      <dgm:prSet presAssocID="{8D46E0D1-74F2-4C61-BB90-00BD567CB47A}" presName="spaceRect" presStyleCnt="0"/>
      <dgm:spPr/>
    </dgm:pt>
    <dgm:pt modelId="{476ECACD-F279-4C3D-899F-C51FF2011A3A}" type="pres">
      <dgm:prSet presAssocID="{8D46E0D1-74F2-4C61-BB90-00BD567CB47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B88EB01-7CAD-4627-9190-7DBDEB667E91}" type="presOf" srcId="{C2900F62-7A0E-4CEE-88FE-C436E6FAFAF8}" destId="{39B81B48-E942-46B8-A878-0144632F712A}" srcOrd="0" destOrd="0" presId="urn:microsoft.com/office/officeart/2018/2/layout/IconVerticalSolidList"/>
    <dgm:cxn modelId="{2A9DAE03-675E-4E8F-B93C-9964584DF853}" srcId="{C2900F62-7A0E-4CEE-88FE-C436E6FAFAF8}" destId="{144C2957-53B6-4E7C-B511-A4F3F5DE0CA7}" srcOrd="2" destOrd="0" parTransId="{E8726B76-0B15-466E-B8BF-DC6899465185}" sibTransId="{DD4AC366-C2E0-408E-98A5-259D8BA09311}"/>
    <dgm:cxn modelId="{1ECB6C4A-0C33-4540-BF40-1B48ADAD8A8B}" type="presOf" srcId="{144C2957-53B6-4E7C-B511-A4F3F5DE0CA7}" destId="{25913D86-C36B-4815-8575-2B3CC70E44DB}" srcOrd="0" destOrd="0" presId="urn:microsoft.com/office/officeart/2018/2/layout/IconVerticalSolidList"/>
    <dgm:cxn modelId="{C18F604B-C153-46CF-B72B-E80BD7A776C7}" type="presOf" srcId="{E69DA7E9-1664-4A99-866B-6472BEA803CC}" destId="{5AA11283-2709-45D7-A266-67776DAEC68A}" srcOrd="0" destOrd="0" presId="urn:microsoft.com/office/officeart/2018/2/layout/IconVerticalSolidList"/>
    <dgm:cxn modelId="{1E78A47B-8DA1-4FFF-85BD-CC2F461199B8}" type="presOf" srcId="{8D46E0D1-74F2-4C61-BB90-00BD567CB47A}" destId="{476ECACD-F279-4C3D-899F-C51FF2011A3A}" srcOrd="0" destOrd="0" presId="urn:microsoft.com/office/officeart/2018/2/layout/IconVerticalSolidList"/>
    <dgm:cxn modelId="{E02AD097-A884-4CC0-BAF0-22D7F3398FD1}" srcId="{C2900F62-7A0E-4CEE-88FE-C436E6FAFAF8}" destId="{8D46E0D1-74F2-4C61-BB90-00BD567CB47A}" srcOrd="4" destOrd="0" parTransId="{D0ECAA6F-7294-442C-8180-7D2B35FB0129}" sibTransId="{17A27BFA-484E-4BFB-BB37-5C930F9FF8A0}"/>
    <dgm:cxn modelId="{63AF54A2-0485-413A-86CF-A1D623921562}" srcId="{C2900F62-7A0E-4CEE-88FE-C436E6FAFAF8}" destId="{B7EFA8DF-4ACA-44C6-9BEE-C50D90A6D4DA}" srcOrd="0" destOrd="0" parTransId="{8F013176-080F-47B4-BB1D-4BF08E04FB91}" sibTransId="{500FE80B-57E3-495E-8601-AF5636BA02B1}"/>
    <dgm:cxn modelId="{A19E7BB0-54DF-4262-810D-E11B84DAC96F}" srcId="{C2900F62-7A0E-4CEE-88FE-C436E6FAFAF8}" destId="{996ACA2F-A4AF-4873-A67A-0D3AA825BE07}" srcOrd="3" destOrd="0" parTransId="{3C90C1F9-F9D8-449B-8AF4-8D8044123A88}" sibTransId="{F55C9EBE-500E-475D-A79A-0054DCDBBED4}"/>
    <dgm:cxn modelId="{055455C5-1112-4C9B-8F00-D9B58E85D1A2}" type="presOf" srcId="{B7EFA8DF-4ACA-44C6-9BEE-C50D90A6D4DA}" destId="{C294F02C-14D1-4F55-A1A5-90E2C5E2B176}" srcOrd="0" destOrd="0" presId="urn:microsoft.com/office/officeart/2018/2/layout/IconVerticalSolidList"/>
    <dgm:cxn modelId="{7895A0E4-4BBF-43B8-B41E-D09604592962}" type="presOf" srcId="{996ACA2F-A4AF-4873-A67A-0D3AA825BE07}" destId="{7E79FF5D-130D-4FEC-9575-98D87DDECF45}" srcOrd="0" destOrd="0" presId="urn:microsoft.com/office/officeart/2018/2/layout/IconVerticalSolidList"/>
    <dgm:cxn modelId="{C5DB4DFC-2A44-4687-AA1C-B3B7586580C4}" srcId="{C2900F62-7A0E-4CEE-88FE-C436E6FAFAF8}" destId="{E69DA7E9-1664-4A99-866B-6472BEA803CC}" srcOrd="1" destOrd="0" parTransId="{6CB87CA0-B00E-4978-8537-D790EA0B8F4F}" sibTransId="{C8E277A7-ED7E-4206-A2F6-D5877F804145}"/>
    <dgm:cxn modelId="{BCB686F9-D755-4695-8880-73778BA90836}" type="presParOf" srcId="{39B81B48-E942-46B8-A878-0144632F712A}" destId="{451DC68C-3E99-4154-AF05-B7D83FC6D6D6}" srcOrd="0" destOrd="0" presId="urn:microsoft.com/office/officeart/2018/2/layout/IconVerticalSolidList"/>
    <dgm:cxn modelId="{EED01F10-15EF-4888-8FD7-F50519E619EB}" type="presParOf" srcId="{451DC68C-3E99-4154-AF05-B7D83FC6D6D6}" destId="{D860D5E6-9D17-47E1-A8D9-1E663D4EF23B}" srcOrd="0" destOrd="0" presId="urn:microsoft.com/office/officeart/2018/2/layout/IconVerticalSolidList"/>
    <dgm:cxn modelId="{609DE276-9800-4984-B1C9-2E0ACD67CB83}" type="presParOf" srcId="{451DC68C-3E99-4154-AF05-B7D83FC6D6D6}" destId="{62E65B16-B7BD-48A1-837F-907A63C74A93}" srcOrd="1" destOrd="0" presId="urn:microsoft.com/office/officeart/2018/2/layout/IconVerticalSolidList"/>
    <dgm:cxn modelId="{13EB40A2-790E-4B4B-A9D4-ACD6D1F0D1AB}" type="presParOf" srcId="{451DC68C-3E99-4154-AF05-B7D83FC6D6D6}" destId="{379B7141-EB19-406F-B2BD-FA6EA4BF7741}" srcOrd="2" destOrd="0" presId="urn:microsoft.com/office/officeart/2018/2/layout/IconVerticalSolidList"/>
    <dgm:cxn modelId="{84AB3AFB-594C-4B5A-B6C2-37EDF76D3EFE}" type="presParOf" srcId="{451DC68C-3E99-4154-AF05-B7D83FC6D6D6}" destId="{C294F02C-14D1-4F55-A1A5-90E2C5E2B176}" srcOrd="3" destOrd="0" presId="urn:microsoft.com/office/officeart/2018/2/layout/IconVerticalSolidList"/>
    <dgm:cxn modelId="{D923D756-B8DD-4D96-A48C-E120164BAFE4}" type="presParOf" srcId="{39B81B48-E942-46B8-A878-0144632F712A}" destId="{B362C5B3-F9EF-422B-8D39-CF34659F28B1}" srcOrd="1" destOrd="0" presId="urn:microsoft.com/office/officeart/2018/2/layout/IconVerticalSolidList"/>
    <dgm:cxn modelId="{8B21C1E0-9A64-4D6E-84D5-AE0AF748B0D8}" type="presParOf" srcId="{39B81B48-E942-46B8-A878-0144632F712A}" destId="{93943D28-1272-40FD-A24D-153C53832156}" srcOrd="2" destOrd="0" presId="urn:microsoft.com/office/officeart/2018/2/layout/IconVerticalSolidList"/>
    <dgm:cxn modelId="{410F87A0-D526-4347-BC15-69ADC0CDD9FB}" type="presParOf" srcId="{93943D28-1272-40FD-A24D-153C53832156}" destId="{4BE2A93B-43B8-4DCA-BBD5-733401EE356A}" srcOrd="0" destOrd="0" presId="urn:microsoft.com/office/officeart/2018/2/layout/IconVerticalSolidList"/>
    <dgm:cxn modelId="{BCB46EB6-2383-40C2-BD40-016434140ED9}" type="presParOf" srcId="{93943D28-1272-40FD-A24D-153C53832156}" destId="{7F9EF676-0228-4283-9AA7-B55B96F3A9CF}" srcOrd="1" destOrd="0" presId="urn:microsoft.com/office/officeart/2018/2/layout/IconVerticalSolidList"/>
    <dgm:cxn modelId="{C9114C66-BE91-43E3-844B-12114E756051}" type="presParOf" srcId="{93943D28-1272-40FD-A24D-153C53832156}" destId="{B1F0306C-E8A8-463E-ACD6-C9BEC62AFEDE}" srcOrd="2" destOrd="0" presId="urn:microsoft.com/office/officeart/2018/2/layout/IconVerticalSolidList"/>
    <dgm:cxn modelId="{7D08DCCD-1707-4C46-A5A6-F22D78498FA8}" type="presParOf" srcId="{93943D28-1272-40FD-A24D-153C53832156}" destId="{5AA11283-2709-45D7-A266-67776DAEC68A}" srcOrd="3" destOrd="0" presId="urn:microsoft.com/office/officeart/2018/2/layout/IconVerticalSolidList"/>
    <dgm:cxn modelId="{064A0C96-5DFA-4EA2-AF6A-BC77AFCA3797}" type="presParOf" srcId="{39B81B48-E942-46B8-A878-0144632F712A}" destId="{FD51BA8F-3640-4D8E-9196-017F12D7025D}" srcOrd="3" destOrd="0" presId="urn:microsoft.com/office/officeart/2018/2/layout/IconVerticalSolidList"/>
    <dgm:cxn modelId="{A03E7330-0E34-4E73-8586-D3EC30302C23}" type="presParOf" srcId="{39B81B48-E942-46B8-A878-0144632F712A}" destId="{A2DE216F-1135-4066-A6FD-5B22F93439EB}" srcOrd="4" destOrd="0" presId="urn:microsoft.com/office/officeart/2018/2/layout/IconVerticalSolidList"/>
    <dgm:cxn modelId="{E7009D3B-0DA5-4624-A91E-FE9785466C80}" type="presParOf" srcId="{A2DE216F-1135-4066-A6FD-5B22F93439EB}" destId="{0B2BBDAE-D25B-4D54-A3B2-8E0E7C6E1F87}" srcOrd="0" destOrd="0" presId="urn:microsoft.com/office/officeart/2018/2/layout/IconVerticalSolidList"/>
    <dgm:cxn modelId="{1E8E7323-9560-4824-AA23-5E1733A0ED8C}" type="presParOf" srcId="{A2DE216F-1135-4066-A6FD-5B22F93439EB}" destId="{622B5363-AF02-47DC-811F-1FE9FF4901A0}" srcOrd="1" destOrd="0" presId="urn:microsoft.com/office/officeart/2018/2/layout/IconVerticalSolidList"/>
    <dgm:cxn modelId="{94480E58-2F31-4268-87E0-96043EFD4B40}" type="presParOf" srcId="{A2DE216F-1135-4066-A6FD-5B22F93439EB}" destId="{E11E221E-6901-414D-A1F7-A961DBF90D4F}" srcOrd="2" destOrd="0" presId="urn:microsoft.com/office/officeart/2018/2/layout/IconVerticalSolidList"/>
    <dgm:cxn modelId="{AD04B547-93D7-41D5-BDD3-E8D976F74B7F}" type="presParOf" srcId="{A2DE216F-1135-4066-A6FD-5B22F93439EB}" destId="{25913D86-C36B-4815-8575-2B3CC70E44DB}" srcOrd="3" destOrd="0" presId="urn:microsoft.com/office/officeart/2018/2/layout/IconVerticalSolidList"/>
    <dgm:cxn modelId="{3790E4B0-42F2-4FD3-9109-A26DB6AEAD3F}" type="presParOf" srcId="{39B81B48-E942-46B8-A878-0144632F712A}" destId="{DABC825E-E3EB-4B21-B4E2-04421AF4E0BA}" srcOrd="5" destOrd="0" presId="urn:microsoft.com/office/officeart/2018/2/layout/IconVerticalSolidList"/>
    <dgm:cxn modelId="{E95EC6F5-706B-4D5C-A90A-BEE365046DA2}" type="presParOf" srcId="{39B81B48-E942-46B8-A878-0144632F712A}" destId="{7E8C3B14-7EF7-4E36-99F7-FAF73DE1920B}" srcOrd="6" destOrd="0" presId="urn:microsoft.com/office/officeart/2018/2/layout/IconVerticalSolidList"/>
    <dgm:cxn modelId="{78C13EC9-9CFC-4B62-B7EE-E75518975BF7}" type="presParOf" srcId="{7E8C3B14-7EF7-4E36-99F7-FAF73DE1920B}" destId="{7ABF7EDC-37EC-4631-B8F5-30F2F971804C}" srcOrd="0" destOrd="0" presId="urn:microsoft.com/office/officeart/2018/2/layout/IconVerticalSolidList"/>
    <dgm:cxn modelId="{1CE7891C-1920-4D0F-9977-2398095C9860}" type="presParOf" srcId="{7E8C3B14-7EF7-4E36-99F7-FAF73DE1920B}" destId="{33C928A5-F7F5-48B7-97F4-5B450F45691B}" srcOrd="1" destOrd="0" presId="urn:microsoft.com/office/officeart/2018/2/layout/IconVerticalSolidList"/>
    <dgm:cxn modelId="{7FE13BA6-9382-49EF-A947-803912536C90}" type="presParOf" srcId="{7E8C3B14-7EF7-4E36-99F7-FAF73DE1920B}" destId="{7EDE60C9-2993-4BED-965B-6D957665FE2B}" srcOrd="2" destOrd="0" presId="urn:microsoft.com/office/officeart/2018/2/layout/IconVerticalSolidList"/>
    <dgm:cxn modelId="{0EA5D574-931D-4C73-A05B-B3F69340EA51}" type="presParOf" srcId="{7E8C3B14-7EF7-4E36-99F7-FAF73DE1920B}" destId="{7E79FF5D-130D-4FEC-9575-98D87DDECF45}" srcOrd="3" destOrd="0" presId="urn:microsoft.com/office/officeart/2018/2/layout/IconVerticalSolidList"/>
    <dgm:cxn modelId="{46FCBA61-41B3-4870-BE8E-A6255603D29F}" type="presParOf" srcId="{39B81B48-E942-46B8-A878-0144632F712A}" destId="{B6A41595-57B3-4640-893D-394CF82AF304}" srcOrd="7" destOrd="0" presId="urn:microsoft.com/office/officeart/2018/2/layout/IconVerticalSolidList"/>
    <dgm:cxn modelId="{1C90EE57-ACD6-4B40-84DF-CCEE2E3C6A67}" type="presParOf" srcId="{39B81B48-E942-46B8-A878-0144632F712A}" destId="{D7192122-F533-4A41-ABF0-CFD221274FB7}" srcOrd="8" destOrd="0" presId="urn:microsoft.com/office/officeart/2018/2/layout/IconVerticalSolidList"/>
    <dgm:cxn modelId="{BFF5B10C-E165-498E-B0A6-6E641CE2BB9F}" type="presParOf" srcId="{D7192122-F533-4A41-ABF0-CFD221274FB7}" destId="{BA6F6BE6-41DD-4183-8CDF-F316C55C8EFB}" srcOrd="0" destOrd="0" presId="urn:microsoft.com/office/officeart/2018/2/layout/IconVerticalSolidList"/>
    <dgm:cxn modelId="{499641E9-7261-44C4-BFE4-E1EFEE467B6C}" type="presParOf" srcId="{D7192122-F533-4A41-ABF0-CFD221274FB7}" destId="{6A9270E7-3345-49EE-8AF8-045D3069524F}" srcOrd="1" destOrd="0" presId="urn:microsoft.com/office/officeart/2018/2/layout/IconVerticalSolidList"/>
    <dgm:cxn modelId="{1C82BCDE-63B8-43FF-BAC6-E91E9855883C}" type="presParOf" srcId="{D7192122-F533-4A41-ABF0-CFD221274FB7}" destId="{EAB98D28-C5B1-4063-B123-9CD2E01A6120}" srcOrd="2" destOrd="0" presId="urn:microsoft.com/office/officeart/2018/2/layout/IconVerticalSolidList"/>
    <dgm:cxn modelId="{D0DA4517-3339-4557-95C3-59B7FFF31908}" type="presParOf" srcId="{D7192122-F533-4A41-ABF0-CFD221274FB7}" destId="{476ECACD-F279-4C3D-899F-C51FF2011A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291C4B-8E31-4F5D-B143-F25CA024541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BA7A63-1741-4527-BF65-D6FB787B39F2}">
      <dgm:prSet custT="1"/>
      <dgm:spPr/>
      <dgm:t>
        <a:bodyPr/>
        <a:lstStyle/>
        <a:p>
          <a:r>
            <a:rPr lang="en-US" sz="2000" dirty="0"/>
            <a:t>We don't just look at pixels; we look at signal frequencies</a:t>
          </a:r>
        </a:p>
      </dgm:t>
    </dgm:pt>
    <dgm:pt modelId="{5B3C6EC6-9314-4911-8EC5-CC7033AFC9A1}" type="parTrans" cxnId="{37DB3A0C-482F-4A06-B9FA-05A85889139D}">
      <dgm:prSet/>
      <dgm:spPr/>
      <dgm:t>
        <a:bodyPr/>
        <a:lstStyle/>
        <a:p>
          <a:endParaRPr lang="en-US"/>
        </a:p>
      </dgm:t>
    </dgm:pt>
    <dgm:pt modelId="{61B1CB83-98B2-4124-B8FE-92D083124943}" type="sibTrans" cxnId="{37DB3A0C-482F-4A06-B9FA-05A85889139D}">
      <dgm:prSet/>
      <dgm:spPr/>
      <dgm:t>
        <a:bodyPr/>
        <a:lstStyle/>
        <a:p>
          <a:endParaRPr lang="en-US"/>
        </a:p>
      </dgm:t>
    </dgm:pt>
    <dgm:pt modelId="{ED28D944-5EC4-4E93-823F-79AF7802C403}">
      <dgm:prSet custT="1"/>
      <dgm:spPr/>
      <dgm:t>
        <a:bodyPr/>
        <a:lstStyle/>
        <a:p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Spatial Stream (RGB): Analyzes visual textures (Skin, Eyes). Uses EfficientNet-B0</a:t>
          </a:r>
        </a:p>
      </dgm:t>
    </dgm:pt>
    <dgm:pt modelId="{4E238D7D-BADE-41E9-AD71-EF907F90C98C}" type="parTrans" cxnId="{E751855B-08C5-47DA-B225-AAD2DB5E6D79}">
      <dgm:prSet/>
      <dgm:spPr/>
      <dgm:t>
        <a:bodyPr/>
        <a:lstStyle/>
        <a:p>
          <a:endParaRPr lang="en-US"/>
        </a:p>
      </dgm:t>
    </dgm:pt>
    <dgm:pt modelId="{F28B0577-AA83-47BA-98C9-FF01CCCC1D09}" type="sibTrans" cxnId="{E751855B-08C5-47DA-B225-AAD2DB5E6D79}">
      <dgm:prSet/>
      <dgm:spPr/>
      <dgm:t>
        <a:bodyPr/>
        <a:lstStyle/>
        <a:p>
          <a:endParaRPr lang="en-US"/>
        </a:p>
      </dgm:t>
    </dgm:pt>
    <dgm:pt modelId="{32AA49B5-73A8-4D3D-A585-1A79F041DE1C}">
      <dgm:prSet custT="1"/>
      <dgm:spPr/>
      <dgm:t>
        <a:bodyPr/>
        <a:lstStyle/>
        <a:p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Frequency Stream (FFT): Converts image to frequency domain to find hidden artifacts. Uses ResNet18</a:t>
          </a:r>
        </a:p>
      </dgm:t>
    </dgm:pt>
    <dgm:pt modelId="{E0C828AE-4A59-4332-A74B-DF3BAA2AEC9E}" type="parTrans" cxnId="{1E2FCE63-06FD-49A8-A7E5-E26EFB7BB721}">
      <dgm:prSet/>
      <dgm:spPr/>
      <dgm:t>
        <a:bodyPr/>
        <a:lstStyle/>
        <a:p>
          <a:endParaRPr lang="en-US"/>
        </a:p>
      </dgm:t>
    </dgm:pt>
    <dgm:pt modelId="{D15506F4-C716-4A3E-8E6D-31874B21C170}" type="sibTrans" cxnId="{1E2FCE63-06FD-49A8-A7E5-E26EFB7BB721}">
      <dgm:prSet/>
      <dgm:spPr/>
      <dgm:t>
        <a:bodyPr/>
        <a:lstStyle/>
        <a:p>
          <a:endParaRPr lang="en-US"/>
        </a:p>
      </dgm:t>
    </dgm:pt>
    <dgm:pt modelId="{09D4A37A-E167-451F-A6A3-870E1CFB4E83}" type="pres">
      <dgm:prSet presAssocID="{48291C4B-8E31-4F5D-B143-F25CA0245416}" presName="root" presStyleCnt="0">
        <dgm:presLayoutVars>
          <dgm:dir/>
          <dgm:resizeHandles val="exact"/>
        </dgm:presLayoutVars>
      </dgm:prSet>
      <dgm:spPr/>
    </dgm:pt>
    <dgm:pt modelId="{F16436B0-F9D1-4995-A7B5-660968FAB0E8}" type="pres">
      <dgm:prSet presAssocID="{68BA7A63-1741-4527-BF65-D6FB787B39F2}" presName="compNode" presStyleCnt="0"/>
      <dgm:spPr/>
    </dgm:pt>
    <dgm:pt modelId="{3841A5F4-B8A6-43A0-8564-99AA5F22FB4E}" type="pres">
      <dgm:prSet presAssocID="{68BA7A63-1741-4527-BF65-D6FB787B39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מעבד"/>
        </a:ext>
      </dgm:extLst>
    </dgm:pt>
    <dgm:pt modelId="{60639FB2-F886-4F79-AE9D-7328F6349639}" type="pres">
      <dgm:prSet presAssocID="{68BA7A63-1741-4527-BF65-D6FB787B39F2}" presName="spaceRect" presStyleCnt="0"/>
      <dgm:spPr/>
    </dgm:pt>
    <dgm:pt modelId="{1A955E1B-9DD9-4F66-B8B9-EED6BC8DE59A}" type="pres">
      <dgm:prSet presAssocID="{68BA7A63-1741-4527-BF65-D6FB787B39F2}" presName="textRect" presStyleLbl="revTx" presStyleIdx="0" presStyleCnt="3">
        <dgm:presLayoutVars>
          <dgm:chMax val="1"/>
          <dgm:chPref val="1"/>
        </dgm:presLayoutVars>
      </dgm:prSet>
      <dgm:spPr/>
    </dgm:pt>
    <dgm:pt modelId="{41DF4845-F8C4-42EB-A7CD-702DD03AC614}" type="pres">
      <dgm:prSet presAssocID="{61B1CB83-98B2-4124-B8FE-92D083124943}" presName="sibTrans" presStyleCnt="0"/>
      <dgm:spPr/>
    </dgm:pt>
    <dgm:pt modelId="{B03C6678-C2B5-4AF6-9827-98C0FDC9D736}" type="pres">
      <dgm:prSet presAssocID="{ED28D944-5EC4-4E93-823F-79AF7802C403}" presName="compNode" presStyleCnt="0"/>
      <dgm:spPr/>
    </dgm:pt>
    <dgm:pt modelId="{761C28D9-49B5-4D94-B9A9-12A1B93FA03C}" type="pres">
      <dgm:prSet presAssocID="{ED28D944-5EC4-4E93-823F-79AF7802C4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קשת בענן"/>
        </a:ext>
      </dgm:extLst>
    </dgm:pt>
    <dgm:pt modelId="{C0426C61-EE6A-4E87-BF14-2A34D9EAFDDF}" type="pres">
      <dgm:prSet presAssocID="{ED28D944-5EC4-4E93-823F-79AF7802C403}" presName="spaceRect" presStyleCnt="0"/>
      <dgm:spPr/>
    </dgm:pt>
    <dgm:pt modelId="{106FACA2-3714-42AF-A857-0A3B77868D2D}" type="pres">
      <dgm:prSet presAssocID="{ED28D944-5EC4-4E93-823F-79AF7802C403}" presName="textRect" presStyleLbl="revTx" presStyleIdx="1" presStyleCnt="3">
        <dgm:presLayoutVars>
          <dgm:chMax val="1"/>
          <dgm:chPref val="1"/>
        </dgm:presLayoutVars>
      </dgm:prSet>
      <dgm:spPr/>
    </dgm:pt>
    <dgm:pt modelId="{8F2073B0-FE45-480A-BF96-7F0EC96C147F}" type="pres">
      <dgm:prSet presAssocID="{F28B0577-AA83-47BA-98C9-FF01CCCC1D09}" presName="sibTrans" presStyleCnt="0"/>
      <dgm:spPr/>
    </dgm:pt>
    <dgm:pt modelId="{E53FD665-12C9-4804-96F1-7F744EEAA582}" type="pres">
      <dgm:prSet presAssocID="{32AA49B5-73A8-4D3D-A585-1A79F041DE1C}" presName="compNode" presStyleCnt="0"/>
      <dgm:spPr/>
    </dgm:pt>
    <dgm:pt modelId="{22B60E80-60CB-4670-9C5A-46857E8559A8}" type="pres">
      <dgm:prSet presAssocID="{32AA49B5-73A8-4D3D-A585-1A79F041DE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מנותק"/>
        </a:ext>
      </dgm:extLst>
    </dgm:pt>
    <dgm:pt modelId="{E1A4AA84-9824-459A-8E64-579FCCACD9CA}" type="pres">
      <dgm:prSet presAssocID="{32AA49B5-73A8-4D3D-A585-1A79F041DE1C}" presName="spaceRect" presStyleCnt="0"/>
      <dgm:spPr/>
    </dgm:pt>
    <dgm:pt modelId="{0B6D3C04-5BAB-4CEE-815B-A890E3A9AA98}" type="pres">
      <dgm:prSet presAssocID="{32AA49B5-73A8-4D3D-A585-1A79F041DE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DB3A0C-482F-4A06-B9FA-05A85889139D}" srcId="{48291C4B-8E31-4F5D-B143-F25CA0245416}" destId="{68BA7A63-1741-4527-BF65-D6FB787B39F2}" srcOrd="0" destOrd="0" parTransId="{5B3C6EC6-9314-4911-8EC5-CC7033AFC9A1}" sibTransId="{61B1CB83-98B2-4124-B8FE-92D083124943}"/>
    <dgm:cxn modelId="{E751855B-08C5-47DA-B225-AAD2DB5E6D79}" srcId="{48291C4B-8E31-4F5D-B143-F25CA0245416}" destId="{ED28D944-5EC4-4E93-823F-79AF7802C403}" srcOrd="1" destOrd="0" parTransId="{4E238D7D-BADE-41E9-AD71-EF907F90C98C}" sibTransId="{F28B0577-AA83-47BA-98C9-FF01CCCC1D09}"/>
    <dgm:cxn modelId="{1E2FCE63-06FD-49A8-A7E5-E26EFB7BB721}" srcId="{48291C4B-8E31-4F5D-B143-F25CA0245416}" destId="{32AA49B5-73A8-4D3D-A585-1A79F041DE1C}" srcOrd="2" destOrd="0" parTransId="{E0C828AE-4A59-4332-A74B-DF3BAA2AEC9E}" sibTransId="{D15506F4-C716-4A3E-8E6D-31874B21C170}"/>
    <dgm:cxn modelId="{3C4A7651-FEC8-4153-AB2A-AF91E04CE8E1}" type="presOf" srcId="{ED28D944-5EC4-4E93-823F-79AF7802C403}" destId="{106FACA2-3714-42AF-A857-0A3B77868D2D}" srcOrd="0" destOrd="0" presId="urn:microsoft.com/office/officeart/2018/2/layout/IconLabelList"/>
    <dgm:cxn modelId="{8B118C7E-9486-48A4-8656-9CFB310FB16E}" type="presOf" srcId="{32AA49B5-73A8-4D3D-A585-1A79F041DE1C}" destId="{0B6D3C04-5BAB-4CEE-815B-A890E3A9AA98}" srcOrd="0" destOrd="0" presId="urn:microsoft.com/office/officeart/2018/2/layout/IconLabelList"/>
    <dgm:cxn modelId="{902BC59F-1A42-4A2F-9385-6664ED4757D2}" type="presOf" srcId="{68BA7A63-1741-4527-BF65-D6FB787B39F2}" destId="{1A955E1B-9DD9-4F66-B8B9-EED6BC8DE59A}" srcOrd="0" destOrd="0" presId="urn:microsoft.com/office/officeart/2018/2/layout/IconLabelList"/>
    <dgm:cxn modelId="{CAC825F7-2E8D-40C3-AAC7-549498115A77}" type="presOf" srcId="{48291C4B-8E31-4F5D-B143-F25CA0245416}" destId="{09D4A37A-E167-451F-A6A3-870E1CFB4E83}" srcOrd="0" destOrd="0" presId="urn:microsoft.com/office/officeart/2018/2/layout/IconLabelList"/>
    <dgm:cxn modelId="{A0874FDF-47AB-49C0-B422-9BD8D03B84B1}" type="presParOf" srcId="{09D4A37A-E167-451F-A6A3-870E1CFB4E83}" destId="{F16436B0-F9D1-4995-A7B5-660968FAB0E8}" srcOrd="0" destOrd="0" presId="urn:microsoft.com/office/officeart/2018/2/layout/IconLabelList"/>
    <dgm:cxn modelId="{7B0E4DBE-B854-4044-9542-8661684EB411}" type="presParOf" srcId="{F16436B0-F9D1-4995-A7B5-660968FAB0E8}" destId="{3841A5F4-B8A6-43A0-8564-99AA5F22FB4E}" srcOrd="0" destOrd="0" presId="urn:microsoft.com/office/officeart/2018/2/layout/IconLabelList"/>
    <dgm:cxn modelId="{9167E9B4-7446-4B5C-AB33-C731FC74A885}" type="presParOf" srcId="{F16436B0-F9D1-4995-A7B5-660968FAB0E8}" destId="{60639FB2-F886-4F79-AE9D-7328F6349639}" srcOrd="1" destOrd="0" presId="urn:microsoft.com/office/officeart/2018/2/layout/IconLabelList"/>
    <dgm:cxn modelId="{C33FB4AF-2578-4680-94DC-9E78752D518F}" type="presParOf" srcId="{F16436B0-F9D1-4995-A7B5-660968FAB0E8}" destId="{1A955E1B-9DD9-4F66-B8B9-EED6BC8DE59A}" srcOrd="2" destOrd="0" presId="urn:microsoft.com/office/officeart/2018/2/layout/IconLabelList"/>
    <dgm:cxn modelId="{57858EDE-04F9-451F-9A56-0B8EF5ED075C}" type="presParOf" srcId="{09D4A37A-E167-451F-A6A3-870E1CFB4E83}" destId="{41DF4845-F8C4-42EB-A7CD-702DD03AC614}" srcOrd="1" destOrd="0" presId="urn:microsoft.com/office/officeart/2018/2/layout/IconLabelList"/>
    <dgm:cxn modelId="{9D646EF1-73E2-4631-9DA0-D3D9C20DD1AA}" type="presParOf" srcId="{09D4A37A-E167-451F-A6A3-870E1CFB4E83}" destId="{B03C6678-C2B5-4AF6-9827-98C0FDC9D736}" srcOrd="2" destOrd="0" presId="urn:microsoft.com/office/officeart/2018/2/layout/IconLabelList"/>
    <dgm:cxn modelId="{4EE9FFC1-7812-4DC1-B0E6-5382FC67CD31}" type="presParOf" srcId="{B03C6678-C2B5-4AF6-9827-98C0FDC9D736}" destId="{761C28D9-49B5-4D94-B9A9-12A1B93FA03C}" srcOrd="0" destOrd="0" presId="urn:microsoft.com/office/officeart/2018/2/layout/IconLabelList"/>
    <dgm:cxn modelId="{20CBB7A7-AAF4-49DA-8985-1E777F09793B}" type="presParOf" srcId="{B03C6678-C2B5-4AF6-9827-98C0FDC9D736}" destId="{C0426C61-EE6A-4E87-BF14-2A34D9EAFDDF}" srcOrd="1" destOrd="0" presId="urn:microsoft.com/office/officeart/2018/2/layout/IconLabelList"/>
    <dgm:cxn modelId="{04DB7730-67DC-49A6-9530-4504F9EA7016}" type="presParOf" srcId="{B03C6678-C2B5-4AF6-9827-98C0FDC9D736}" destId="{106FACA2-3714-42AF-A857-0A3B77868D2D}" srcOrd="2" destOrd="0" presId="urn:microsoft.com/office/officeart/2018/2/layout/IconLabelList"/>
    <dgm:cxn modelId="{13B57F1C-6CCB-49E5-AD65-990DD60779DF}" type="presParOf" srcId="{09D4A37A-E167-451F-A6A3-870E1CFB4E83}" destId="{8F2073B0-FE45-480A-BF96-7F0EC96C147F}" srcOrd="3" destOrd="0" presId="urn:microsoft.com/office/officeart/2018/2/layout/IconLabelList"/>
    <dgm:cxn modelId="{0A1E0BC8-F6D5-48D4-988A-656C1B768781}" type="presParOf" srcId="{09D4A37A-E167-451F-A6A3-870E1CFB4E83}" destId="{E53FD665-12C9-4804-96F1-7F744EEAA582}" srcOrd="4" destOrd="0" presId="urn:microsoft.com/office/officeart/2018/2/layout/IconLabelList"/>
    <dgm:cxn modelId="{C927A423-9EF1-4456-A5F7-14F668BAE97D}" type="presParOf" srcId="{E53FD665-12C9-4804-96F1-7F744EEAA582}" destId="{22B60E80-60CB-4670-9C5A-46857E8559A8}" srcOrd="0" destOrd="0" presId="urn:microsoft.com/office/officeart/2018/2/layout/IconLabelList"/>
    <dgm:cxn modelId="{4C460EB9-732A-4A61-86A7-6087081A247F}" type="presParOf" srcId="{E53FD665-12C9-4804-96F1-7F744EEAA582}" destId="{E1A4AA84-9824-459A-8E64-579FCCACD9CA}" srcOrd="1" destOrd="0" presId="urn:microsoft.com/office/officeart/2018/2/layout/IconLabelList"/>
    <dgm:cxn modelId="{FF833771-776D-4C52-829B-6A51B1269C9A}" type="presParOf" srcId="{E53FD665-12C9-4804-96F1-7F744EEAA582}" destId="{0B6D3C04-5BAB-4CEE-815B-A890E3A9AA9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FE1EE0-FA1A-4EC0-BB5E-FF5B4190D16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F8DC872-1FEA-40A7-9EAE-91A715AFC536}">
      <dgm:prSet/>
      <dgm:spPr/>
      <dgm:t>
        <a:bodyPr/>
        <a:lstStyle/>
        <a:p>
          <a:r>
            <a:rPr lang="en-US" b="1"/>
            <a:t>Model Backbone: EfficientNet-B0</a:t>
          </a:r>
          <a:endParaRPr lang="en-US"/>
        </a:p>
      </dgm:t>
    </dgm:pt>
    <dgm:pt modelId="{8F9A6F66-70E7-4739-A3A5-8EABE50EE36D}" type="parTrans" cxnId="{79571E6B-BCC3-4660-AC2B-3FA5428C52BB}">
      <dgm:prSet/>
      <dgm:spPr/>
      <dgm:t>
        <a:bodyPr/>
        <a:lstStyle/>
        <a:p>
          <a:endParaRPr lang="en-US"/>
        </a:p>
      </dgm:t>
    </dgm:pt>
    <dgm:pt modelId="{A7985BC9-717B-4C59-9863-950D8A679B13}" type="sibTrans" cxnId="{79571E6B-BCC3-4660-AC2B-3FA5428C52BB}">
      <dgm:prSet/>
      <dgm:spPr/>
      <dgm:t>
        <a:bodyPr/>
        <a:lstStyle/>
        <a:p>
          <a:endParaRPr lang="en-US"/>
        </a:p>
      </dgm:t>
    </dgm:pt>
    <dgm:pt modelId="{29BD7DE1-69FC-4371-A2BD-E4516E6CE921}">
      <dgm:prSet/>
      <dgm:spPr/>
      <dgm:t>
        <a:bodyPr/>
        <a:lstStyle/>
        <a:p>
          <a:r>
            <a:rPr lang="en-US" b="1"/>
            <a:t>Core Architecture:</a:t>
          </a:r>
          <a:r>
            <a:rPr lang="en-US"/>
            <a:t> Utilizes a pre-trained </a:t>
          </a:r>
          <a:r>
            <a:rPr lang="en-US" b="1"/>
            <a:t>EfficientNet-B0</a:t>
          </a:r>
          <a:r>
            <a:rPr lang="en-US"/>
            <a:t> (trained on ImageNet) as the primary feature extractor.</a:t>
          </a:r>
        </a:p>
      </dgm:t>
    </dgm:pt>
    <dgm:pt modelId="{BA6F5061-C366-43CD-AF1B-C78ADE6E51B7}" type="parTrans" cxnId="{2A7EA742-26B5-4D8B-88AA-02DC91A7F927}">
      <dgm:prSet/>
      <dgm:spPr/>
      <dgm:t>
        <a:bodyPr/>
        <a:lstStyle/>
        <a:p>
          <a:endParaRPr lang="en-US"/>
        </a:p>
      </dgm:t>
    </dgm:pt>
    <dgm:pt modelId="{20EAE531-CEB0-414E-89F1-644317811D44}" type="sibTrans" cxnId="{2A7EA742-26B5-4D8B-88AA-02DC91A7F927}">
      <dgm:prSet/>
      <dgm:spPr/>
      <dgm:t>
        <a:bodyPr/>
        <a:lstStyle/>
        <a:p>
          <a:endParaRPr lang="en-US"/>
        </a:p>
      </dgm:t>
    </dgm:pt>
    <dgm:pt modelId="{2536B329-A0B7-4BDE-A4D7-AD10ED6D45BF}">
      <dgm:prSet/>
      <dgm:spPr/>
      <dgm:t>
        <a:bodyPr/>
        <a:lstStyle/>
        <a:p>
          <a:r>
            <a:rPr lang="en-US" b="1" dirty="0"/>
            <a:t>EfficientNet</a:t>
          </a:r>
          <a:r>
            <a:rPr lang="en-US" dirty="0"/>
            <a:t> Optimized for high accuracy with lower computational cost, capable of detecting subtle texture anomalies (e.g., pixel noise vs. smooth render) that distinguish Real from 3D.</a:t>
          </a:r>
        </a:p>
      </dgm:t>
    </dgm:pt>
    <dgm:pt modelId="{3D9F0BCE-08E0-47BB-9A69-95C2700E2B59}" type="parTrans" cxnId="{EC20DAE0-53BC-4767-AB38-DCF2BE56A63C}">
      <dgm:prSet/>
      <dgm:spPr/>
      <dgm:t>
        <a:bodyPr/>
        <a:lstStyle/>
        <a:p>
          <a:endParaRPr lang="en-US"/>
        </a:p>
      </dgm:t>
    </dgm:pt>
    <dgm:pt modelId="{7E549B9B-2267-413D-86D9-E37BAEBA6C8F}" type="sibTrans" cxnId="{EC20DAE0-53BC-4767-AB38-DCF2BE56A63C}">
      <dgm:prSet/>
      <dgm:spPr/>
      <dgm:t>
        <a:bodyPr/>
        <a:lstStyle/>
        <a:p>
          <a:endParaRPr lang="en-US"/>
        </a:p>
      </dgm:t>
    </dgm:pt>
    <dgm:pt modelId="{102302C2-87D1-4C45-8162-6BEF90F31893}">
      <dgm:prSet/>
      <dgm:spPr/>
      <dgm:t>
        <a:bodyPr/>
        <a:lstStyle/>
        <a:p>
          <a:r>
            <a:rPr lang="en-US" b="1"/>
            <a:t>Implementation Pipeline:</a:t>
          </a:r>
          <a:endParaRPr lang="en-US"/>
        </a:p>
      </dgm:t>
    </dgm:pt>
    <dgm:pt modelId="{6AF271B3-59D0-40EC-A929-19935DE35903}" type="parTrans" cxnId="{D597B1F0-CDFF-49F4-A1CD-0F5D8B7841B6}">
      <dgm:prSet/>
      <dgm:spPr/>
      <dgm:t>
        <a:bodyPr/>
        <a:lstStyle/>
        <a:p>
          <a:endParaRPr lang="en-US"/>
        </a:p>
      </dgm:t>
    </dgm:pt>
    <dgm:pt modelId="{1EF3F363-BA60-4835-8B2E-8CA9C71529F3}" type="sibTrans" cxnId="{D597B1F0-CDFF-49F4-A1CD-0F5D8B7841B6}">
      <dgm:prSet/>
      <dgm:spPr/>
      <dgm:t>
        <a:bodyPr/>
        <a:lstStyle/>
        <a:p>
          <a:endParaRPr lang="en-US"/>
        </a:p>
      </dgm:t>
    </dgm:pt>
    <dgm:pt modelId="{8CD7BB9E-24EB-4EF9-9E4F-641741E11781}">
      <dgm:prSet/>
      <dgm:spPr/>
      <dgm:t>
        <a:bodyPr/>
        <a:lstStyle/>
        <a:p>
          <a:r>
            <a:rPr lang="en-US" b="1"/>
            <a:t>Input:</a:t>
          </a:r>
          <a:r>
            <a:rPr lang="en-US"/>
            <a:t> RGB Images resized to </a:t>
          </a:r>
          <a:r>
            <a:rPr lang="en-US" b="1"/>
            <a:t>224×224</a:t>
          </a:r>
          <a:r>
            <a:rPr lang="en-US"/>
            <a:t> and normalized.</a:t>
          </a:r>
        </a:p>
      </dgm:t>
    </dgm:pt>
    <dgm:pt modelId="{5E9C3E6E-9682-4D09-B150-66282DE46887}" type="parTrans" cxnId="{01BB07E2-E931-457F-B37D-731A29D3BF3D}">
      <dgm:prSet/>
      <dgm:spPr/>
      <dgm:t>
        <a:bodyPr/>
        <a:lstStyle/>
        <a:p>
          <a:endParaRPr lang="en-US"/>
        </a:p>
      </dgm:t>
    </dgm:pt>
    <dgm:pt modelId="{C3E982EF-5842-4359-B06B-C8201EB9D182}" type="sibTrans" cxnId="{01BB07E2-E931-457F-B37D-731A29D3BF3D}">
      <dgm:prSet/>
      <dgm:spPr/>
      <dgm:t>
        <a:bodyPr/>
        <a:lstStyle/>
        <a:p>
          <a:endParaRPr lang="en-US"/>
        </a:p>
      </dgm:t>
    </dgm:pt>
    <dgm:pt modelId="{67779DDB-4E73-4C88-B7A5-19D602AF98AD}">
      <dgm:prSet/>
      <dgm:spPr/>
      <dgm:t>
        <a:bodyPr/>
        <a:lstStyle/>
        <a:p>
          <a:r>
            <a:rPr lang="en-US" b="1"/>
            <a:t>Custom Head:</a:t>
          </a:r>
          <a:r>
            <a:rPr lang="en-US"/>
            <a:t> The original classifier was replaced with a </a:t>
          </a:r>
          <a:r>
            <a:rPr lang="en-US" b="1"/>
            <a:t>Fully Connected Layer</a:t>
          </a:r>
          <a:r>
            <a:rPr lang="en-US"/>
            <a:t> outputting </a:t>
          </a:r>
          <a:r>
            <a:rPr lang="en-US" b="1"/>
            <a:t>3 classes</a:t>
          </a:r>
          <a:r>
            <a:rPr lang="en-US"/>
            <a:t> (Real, 2D, 3D).</a:t>
          </a:r>
        </a:p>
      </dgm:t>
    </dgm:pt>
    <dgm:pt modelId="{E44C7D67-C5C6-49C1-A6E3-BA3A5E7D9CD1}" type="parTrans" cxnId="{CBCE7BCF-929A-4ED1-8959-9DC58E933C77}">
      <dgm:prSet/>
      <dgm:spPr/>
      <dgm:t>
        <a:bodyPr/>
        <a:lstStyle/>
        <a:p>
          <a:endParaRPr lang="en-US"/>
        </a:p>
      </dgm:t>
    </dgm:pt>
    <dgm:pt modelId="{D30702BB-AF68-4372-896F-A9B415C10123}" type="sibTrans" cxnId="{CBCE7BCF-929A-4ED1-8959-9DC58E933C77}">
      <dgm:prSet/>
      <dgm:spPr/>
      <dgm:t>
        <a:bodyPr/>
        <a:lstStyle/>
        <a:p>
          <a:endParaRPr lang="en-US"/>
        </a:p>
      </dgm:t>
    </dgm:pt>
    <dgm:pt modelId="{5C203207-8ABC-4C59-A6B0-47278231D478}">
      <dgm:prSet/>
      <dgm:spPr/>
      <dgm:t>
        <a:bodyPr/>
        <a:lstStyle/>
        <a:p>
          <a:r>
            <a:rPr lang="en-US" b="1"/>
            <a:t>Training:</a:t>
          </a:r>
          <a:r>
            <a:rPr lang="en-US"/>
            <a:t> Fine-tuning performed using </a:t>
          </a:r>
          <a:r>
            <a:rPr lang="en-US" b="1"/>
            <a:t>CrossEntropyLoss</a:t>
          </a:r>
          <a:r>
            <a:rPr lang="en-US"/>
            <a:t> and </a:t>
          </a:r>
          <a:r>
            <a:rPr lang="en-US" b="1"/>
            <a:t>Adam Optimizer</a:t>
          </a:r>
          <a:r>
            <a:rPr lang="en-US"/>
            <a:t> (LR=0.001) to adapt the model to specific stylistic features.</a:t>
          </a:r>
        </a:p>
      </dgm:t>
    </dgm:pt>
    <dgm:pt modelId="{5C73870A-9FAC-4919-8CDF-8C840D333666}" type="parTrans" cxnId="{313C17BD-99FF-48DB-8760-6025869445B5}">
      <dgm:prSet/>
      <dgm:spPr/>
      <dgm:t>
        <a:bodyPr/>
        <a:lstStyle/>
        <a:p>
          <a:endParaRPr lang="en-US"/>
        </a:p>
      </dgm:t>
    </dgm:pt>
    <dgm:pt modelId="{72C9BA1C-61BE-4693-8F21-87CC2E19C5D7}" type="sibTrans" cxnId="{313C17BD-99FF-48DB-8760-6025869445B5}">
      <dgm:prSet/>
      <dgm:spPr/>
      <dgm:t>
        <a:bodyPr/>
        <a:lstStyle/>
        <a:p>
          <a:endParaRPr lang="en-US"/>
        </a:p>
      </dgm:t>
    </dgm:pt>
    <dgm:pt modelId="{B393E514-1EDD-4FCD-A6DB-739A4775E672}" type="pres">
      <dgm:prSet presAssocID="{ADFE1EE0-FA1A-4EC0-BB5E-FF5B4190D16A}" presName="Name0" presStyleCnt="0">
        <dgm:presLayoutVars>
          <dgm:dir/>
          <dgm:resizeHandles val="exact"/>
        </dgm:presLayoutVars>
      </dgm:prSet>
      <dgm:spPr/>
    </dgm:pt>
    <dgm:pt modelId="{6DF1B1DC-70FE-4034-9F3D-71E72AAC33C3}" type="pres">
      <dgm:prSet presAssocID="{5F8DC872-1FEA-40A7-9EAE-91A715AFC536}" presName="node" presStyleLbl="node1" presStyleIdx="0" presStyleCnt="7">
        <dgm:presLayoutVars>
          <dgm:bulletEnabled val="1"/>
        </dgm:presLayoutVars>
      </dgm:prSet>
      <dgm:spPr/>
    </dgm:pt>
    <dgm:pt modelId="{F96A8C3C-2EEC-4F17-AA25-7849F032E763}" type="pres">
      <dgm:prSet presAssocID="{A7985BC9-717B-4C59-9863-950D8A679B13}" presName="sibTrans" presStyleLbl="sibTrans1D1" presStyleIdx="0" presStyleCnt="6"/>
      <dgm:spPr/>
    </dgm:pt>
    <dgm:pt modelId="{64193D74-81B9-41C1-8F6B-095AE2EEDD55}" type="pres">
      <dgm:prSet presAssocID="{A7985BC9-717B-4C59-9863-950D8A679B13}" presName="connectorText" presStyleLbl="sibTrans1D1" presStyleIdx="0" presStyleCnt="6"/>
      <dgm:spPr/>
    </dgm:pt>
    <dgm:pt modelId="{92CFF973-98B8-4270-B7CF-393D948ED83F}" type="pres">
      <dgm:prSet presAssocID="{29BD7DE1-69FC-4371-A2BD-E4516E6CE921}" presName="node" presStyleLbl="node1" presStyleIdx="1" presStyleCnt="7">
        <dgm:presLayoutVars>
          <dgm:bulletEnabled val="1"/>
        </dgm:presLayoutVars>
      </dgm:prSet>
      <dgm:spPr/>
    </dgm:pt>
    <dgm:pt modelId="{D0C8A16E-5B26-44CC-A07F-722E0994E367}" type="pres">
      <dgm:prSet presAssocID="{20EAE531-CEB0-414E-89F1-644317811D44}" presName="sibTrans" presStyleLbl="sibTrans1D1" presStyleIdx="1" presStyleCnt="6"/>
      <dgm:spPr/>
    </dgm:pt>
    <dgm:pt modelId="{803B679E-83AA-4B57-A586-5596D6A2CB03}" type="pres">
      <dgm:prSet presAssocID="{20EAE531-CEB0-414E-89F1-644317811D44}" presName="connectorText" presStyleLbl="sibTrans1D1" presStyleIdx="1" presStyleCnt="6"/>
      <dgm:spPr/>
    </dgm:pt>
    <dgm:pt modelId="{AAF6AA33-80F4-402E-A5C2-09AD5188A5A5}" type="pres">
      <dgm:prSet presAssocID="{2536B329-A0B7-4BDE-A4D7-AD10ED6D45BF}" presName="node" presStyleLbl="node1" presStyleIdx="2" presStyleCnt="7" custLinFactNeighborX="-512" custLinFactNeighborY="5969">
        <dgm:presLayoutVars>
          <dgm:bulletEnabled val="1"/>
        </dgm:presLayoutVars>
      </dgm:prSet>
      <dgm:spPr/>
    </dgm:pt>
    <dgm:pt modelId="{09F6DE6E-B68D-4854-9018-7EF08EC81AA2}" type="pres">
      <dgm:prSet presAssocID="{7E549B9B-2267-413D-86D9-E37BAEBA6C8F}" presName="sibTrans" presStyleLbl="sibTrans1D1" presStyleIdx="2" presStyleCnt="6"/>
      <dgm:spPr/>
    </dgm:pt>
    <dgm:pt modelId="{A16DA028-7690-447F-8D1F-574DA779EAED}" type="pres">
      <dgm:prSet presAssocID="{7E549B9B-2267-413D-86D9-E37BAEBA6C8F}" presName="connectorText" presStyleLbl="sibTrans1D1" presStyleIdx="2" presStyleCnt="6"/>
      <dgm:spPr/>
    </dgm:pt>
    <dgm:pt modelId="{BDD4FA6A-0446-4292-AC0E-23686283636B}" type="pres">
      <dgm:prSet presAssocID="{102302C2-87D1-4C45-8162-6BEF90F31893}" presName="node" presStyleLbl="node1" presStyleIdx="3" presStyleCnt="7">
        <dgm:presLayoutVars>
          <dgm:bulletEnabled val="1"/>
        </dgm:presLayoutVars>
      </dgm:prSet>
      <dgm:spPr/>
    </dgm:pt>
    <dgm:pt modelId="{D7A07252-F7AB-4373-AD12-B28E825F9555}" type="pres">
      <dgm:prSet presAssocID="{1EF3F363-BA60-4835-8B2E-8CA9C71529F3}" presName="sibTrans" presStyleLbl="sibTrans1D1" presStyleIdx="3" presStyleCnt="6"/>
      <dgm:spPr/>
    </dgm:pt>
    <dgm:pt modelId="{7CF4CD63-B76B-4E86-9736-ADC4464668D8}" type="pres">
      <dgm:prSet presAssocID="{1EF3F363-BA60-4835-8B2E-8CA9C71529F3}" presName="connectorText" presStyleLbl="sibTrans1D1" presStyleIdx="3" presStyleCnt="6"/>
      <dgm:spPr/>
    </dgm:pt>
    <dgm:pt modelId="{783B48C6-5A8C-4850-9AAA-9E19C8665D14}" type="pres">
      <dgm:prSet presAssocID="{8CD7BB9E-24EB-4EF9-9E4F-641741E11781}" presName="node" presStyleLbl="node1" presStyleIdx="4" presStyleCnt="7">
        <dgm:presLayoutVars>
          <dgm:bulletEnabled val="1"/>
        </dgm:presLayoutVars>
      </dgm:prSet>
      <dgm:spPr/>
    </dgm:pt>
    <dgm:pt modelId="{604DC978-BDAC-4117-AC6C-65372553B8E5}" type="pres">
      <dgm:prSet presAssocID="{C3E982EF-5842-4359-B06B-C8201EB9D182}" presName="sibTrans" presStyleLbl="sibTrans1D1" presStyleIdx="4" presStyleCnt="6"/>
      <dgm:spPr/>
    </dgm:pt>
    <dgm:pt modelId="{33B194D9-E52F-4750-984F-6CDF50B16FCF}" type="pres">
      <dgm:prSet presAssocID="{C3E982EF-5842-4359-B06B-C8201EB9D182}" presName="connectorText" presStyleLbl="sibTrans1D1" presStyleIdx="4" presStyleCnt="6"/>
      <dgm:spPr/>
    </dgm:pt>
    <dgm:pt modelId="{527ED5B1-975D-48C4-954A-80C7AE58EB79}" type="pres">
      <dgm:prSet presAssocID="{67779DDB-4E73-4C88-B7A5-19D602AF98AD}" presName="node" presStyleLbl="node1" presStyleIdx="5" presStyleCnt="7">
        <dgm:presLayoutVars>
          <dgm:bulletEnabled val="1"/>
        </dgm:presLayoutVars>
      </dgm:prSet>
      <dgm:spPr/>
    </dgm:pt>
    <dgm:pt modelId="{B5887F8F-AE18-4950-8A12-BAE03EAC7006}" type="pres">
      <dgm:prSet presAssocID="{D30702BB-AF68-4372-896F-A9B415C10123}" presName="sibTrans" presStyleLbl="sibTrans1D1" presStyleIdx="5" presStyleCnt="6"/>
      <dgm:spPr/>
    </dgm:pt>
    <dgm:pt modelId="{872658D3-7550-4CBE-9A06-84CF762F15E3}" type="pres">
      <dgm:prSet presAssocID="{D30702BB-AF68-4372-896F-A9B415C10123}" presName="connectorText" presStyleLbl="sibTrans1D1" presStyleIdx="5" presStyleCnt="6"/>
      <dgm:spPr/>
    </dgm:pt>
    <dgm:pt modelId="{628604E2-4C07-44A8-9C36-0440EB3DDC26}" type="pres">
      <dgm:prSet presAssocID="{5C203207-8ABC-4C59-A6B0-47278231D478}" presName="node" presStyleLbl="node1" presStyleIdx="6" presStyleCnt="7">
        <dgm:presLayoutVars>
          <dgm:bulletEnabled val="1"/>
        </dgm:presLayoutVars>
      </dgm:prSet>
      <dgm:spPr/>
    </dgm:pt>
  </dgm:ptLst>
  <dgm:cxnLst>
    <dgm:cxn modelId="{9723AC1E-E97A-42B0-8170-D6B01E1EA715}" type="presOf" srcId="{20EAE531-CEB0-414E-89F1-644317811D44}" destId="{803B679E-83AA-4B57-A586-5596D6A2CB03}" srcOrd="1" destOrd="0" presId="urn:microsoft.com/office/officeart/2016/7/layout/RepeatingBendingProcessNew"/>
    <dgm:cxn modelId="{BC035024-771F-4F7A-A491-E7B24A1308C9}" type="presOf" srcId="{A7985BC9-717B-4C59-9863-950D8A679B13}" destId="{64193D74-81B9-41C1-8F6B-095AE2EEDD55}" srcOrd="1" destOrd="0" presId="urn:microsoft.com/office/officeart/2016/7/layout/RepeatingBendingProcessNew"/>
    <dgm:cxn modelId="{131D0E2B-C3F5-4121-B117-CD89C7ACB04B}" type="presOf" srcId="{102302C2-87D1-4C45-8162-6BEF90F31893}" destId="{BDD4FA6A-0446-4292-AC0E-23686283636B}" srcOrd="0" destOrd="0" presId="urn:microsoft.com/office/officeart/2016/7/layout/RepeatingBendingProcessNew"/>
    <dgm:cxn modelId="{804CD631-00C2-4D8C-BA16-043C868E9115}" type="presOf" srcId="{5F8DC872-1FEA-40A7-9EAE-91A715AFC536}" destId="{6DF1B1DC-70FE-4034-9F3D-71E72AAC33C3}" srcOrd="0" destOrd="0" presId="urn:microsoft.com/office/officeart/2016/7/layout/RepeatingBendingProcessNew"/>
    <dgm:cxn modelId="{1BEB0E35-169C-4336-A9A9-70986EB11E01}" type="presOf" srcId="{1EF3F363-BA60-4835-8B2E-8CA9C71529F3}" destId="{7CF4CD63-B76B-4E86-9736-ADC4464668D8}" srcOrd="1" destOrd="0" presId="urn:microsoft.com/office/officeart/2016/7/layout/RepeatingBendingProcessNew"/>
    <dgm:cxn modelId="{2A7EA742-26B5-4D8B-88AA-02DC91A7F927}" srcId="{ADFE1EE0-FA1A-4EC0-BB5E-FF5B4190D16A}" destId="{29BD7DE1-69FC-4371-A2BD-E4516E6CE921}" srcOrd="1" destOrd="0" parTransId="{BA6F5061-C366-43CD-AF1B-C78ADE6E51B7}" sibTransId="{20EAE531-CEB0-414E-89F1-644317811D44}"/>
    <dgm:cxn modelId="{79571E6B-BCC3-4660-AC2B-3FA5428C52BB}" srcId="{ADFE1EE0-FA1A-4EC0-BB5E-FF5B4190D16A}" destId="{5F8DC872-1FEA-40A7-9EAE-91A715AFC536}" srcOrd="0" destOrd="0" parTransId="{8F9A6F66-70E7-4739-A3A5-8EABE50EE36D}" sibTransId="{A7985BC9-717B-4C59-9863-950D8A679B13}"/>
    <dgm:cxn modelId="{C516EE6B-52BB-4E7F-893C-3FD95726FC29}" type="presOf" srcId="{1EF3F363-BA60-4835-8B2E-8CA9C71529F3}" destId="{D7A07252-F7AB-4373-AD12-B28E825F9555}" srcOrd="0" destOrd="0" presId="urn:microsoft.com/office/officeart/2016/7/layout/RepeatingBendingProcessNew"/>
    <dgm:cxn modelId="{06F89F6C-7E6D-4FCD-9225-72CB14F7A208}" type="presOf" srcId="{A7985BC9-717B-4C59-9863-950D8A679B13}" destId="{F96A8C3C-2EEC-4F17-AA25-7849F032E763}" srcOrd="0" destOrd="0" presId="urn:microsoft.com/office/officeart/2016/7/layout/RepeatingBendingProcessNew"/>
    <dgm:cxn modelId="{07BC097A-4707-449A-A297-6165F80BC2F5}" type="presOf" srcId="{20EAE531-CEB0-414E-89F1-644317811D44}" destId="{D0C8A16E-5B26-44CC-A07F-722E0994E367}" srcOrd="0" destOrd="0" presId="urn:microsoft.com/office/officeart/2016/7/layout/RepeatingBendingProcessNew"/>
    <dgm:cxn modelId="{3195D485-F74C-4535-82D4-428454B6C1DE}" type="presOf" srcId="{5C203207-8ABC-4C59-A6B0-47278231D478}" destId="{628604E2-4C07-44A8-9C36-0440EB3DDC26}" srcOrd="0" destOrd="0" presId="urn:microsoft.com/office/officeart/2016/7/layout/RepeatingBendingProcessNew"/>
    <dgm:cxn modelId="{21CDC691-DDD5-4A99-88A6-BAD27ACB83BA}" type="presOf" srcId="{29BD7DE1-69FC-4371-A2BD-E4516E6CE921}" destId="{92CFF973-98B8-4270-B7CF-393D948ED83F}" srcOrd="0" destOrd="0" presId="urn:microsoft.com/office/officeart/2016/7/layout/RepeatingBendingProcessNew"/>
    <dgm:cxn modelId="{AAE828A3-69F5-4F37-B7CD-1286E6A5D6F5}" type="presOf" srcId="{ADFE1EE0-FA1A-4EC0-BB5E-FF5B4190D16A}" destId="{B393E514-1EDD-4FCD-A6DB-739A4775E672}" srcOrd="0" destOrd="0" presId="urn:microsoft.com/office/officeart/2016/7/layout/RepeatingBendingProcessNew"/>
    <dgm:cxn modelId="{3B265FB2-DBE1-43E2-AB2D-7ABDE88ACBA7}" type="presOf" srcId="{8CD7BB9E-24EB-4EF9-9E4F-641741E11781}" destId="{783B48C6-5A8C-4850-9AAA-9E19C8665D14}" srcOrd="0" destOrd="0" presId="urn:microsoft.com/office/officeart/2016/7/layout/RepeatingBendingProcessNew"/>
    <dgm:cxn modelId="{AD4DE8B4-67A1-492D-898E-88B6E0564631}" type="presOf" srcId="{C3E982EF-5842-4359-B06B-C8201EB9D182}" destId="{33B194D9-E52F-4750-984F-6CDF50B16FCF}" srcOrd="1" destOrd="0" presId="urn:microsoft.com/office/officeart/2016/7/layout/RepeatingBendingProcessNew"/>
    <dgm:cxn modelId="{313C17BD-99FF-48DB-8760-6025869445B5}" srcId="{ADFE1EE0-FA1A-4EC0-BB5E-FF5B4190D16A}" destId="{5C203207-8ABC-4C59-A6B0-47278231D478}" srcOrd="6" destOrd="0" parTransId="{5C73870A-9FAC-4919-8CDF-8C840D333666}" sibTransId="{72C9BA1C-61BE-4693-8F21-87CC2E19C5D7}"/>
    <dgm:cxn modelId="{CBCE7BCF-929A-4ED1-8959-9DC58E933C77}" srcId="{ADFE1EE0-FA1A-4EC0-BB5E-FF5B4190D16A}" destId="{67779DDB-4E73-4C88-B7A5-19D602AF98AD}" srcOrd="5" destOrd="0" parTransId="{E44C7D67-C5C6-49C1-A6E3-BA3A5E7D9CD1}" sibTransId="{D30702BB-AF68-4372-896F-A9B415C10123}"/>
    <dgm:cxn modelId="{1E4A22D2-D0EF-4147-B023-F058A5150AC8}" type="presOf" srcId="{67779DDB-4E73-4C88-B7A5-19D602AF98AD}" destId="{527ED5B1-975D-48C4-954A-80C7AE58EB79}" srcOrd="0" destOrd="0" presId="urn:microsoft.com/office/officeart/2016/7/layout/RepeatingBendingProcessNew"/>
    <dgm:cxn modelId="{057551DF-024D-48B2-BF19-490671BA37D5}" type="presOf" srcId="{2536B329-A0B7-4BDE-A4D7-AD10ED6D45BF}" destId="{AAF6AA33-80F4-402E-A5C2-09AD5188A5A5}" srcOrd="0" destOrd="0" presId="urn:microsoft.com/office/officeart/2016/7/layout/RepeatingBendingProcessNew"/>
    <dgm:cxn modelId="{EC20DAE0-53BC-4767-AB38-DCF2BE56A63C}" srcId="{ADFE1EE0-FA1A-4EC0-BB5E-FF5B4190D16A}" destId="{2536B329-A0B7-4BDE-A4D7-AD10ED6D45BF}" srcOrd="2" destOrd="0" parTransId="{3D9F0BCE-08E0-47BB-9A69-95C2700E2B59}" sibTransId="{7E549B9B-2267-413D-86D9-E37BAEBA6C8F}"/>
    <dgm:cxn modelId="{01BB07E2-E931-457F-B37D-731A29D3BF3D}" srcId="{ADFE1EE0-FA1A-4EC0-BB5E-FF5B4190D16A}" destId="{8CD7BB9E-24EB-4EF9-9E4F-641741E11781}" srcOrd="4" destOrd="0" parTransId="{5E9C3E6E-9682-4D09-B150-66282DE46887}" sibTransId="{C3E982EF-5842-4359-B06B-C8201EB9D182}"/>
    <dgm:cxn modelId="{3BBD55E9-FC6E-4FA0-AAB8-8BD5DB2996C0}" type="presOf" srcId="{7E549B9B-2267-413D-86D9-E37BAEBA6C8F}" destId="{A16DA028-7690-447F-8D1F-574DA779EAED}" srcOrd="1" destOrd="0" presId="urn:microsoft.com/office/officeart/2016/7/layout/RepeatingBendingProcessNew"/>
    <dgm:cxn modelId="{D597B1F0-CDFF-49F4-A1CD-0F5D8B7841B6}" srcId="{ADFE1EE0-FA1A-4EC0-BB5E-FF5B4190D16A}" destId="{102302C2-87D1-4C45-8162-6BEF90F31893}" srcOrd="3" destOrd="0" parTransId="{6AF271B3-59D0-40EC-A929-19935DE35903}" sibTransId="{1EF3F363-BA60-4835-8B2E-8CA9C71529F3}"/>
    <dgm:cxn modelId="{2B663EF3-DEA7-415E-815C-179D83829BDA}" type="presOf" srcId="{D30702BB-AF68-4372-896F-A9B415C10123}" destId="{B5887F8F-AE18-4950-8A12-BAE03EAC7006}" srcOrd="0" destOrd="0" presId="urn:microsoft.com/office/officeart/2016/7/layout/RepeatingBendingProcessNew"/>
    <dgm:cxn modelId="{F170D6F5-2A73-48AB-9224-A4D4EF7A293B}" type="presOf" srcId="{C3E982EF-5842-4359-B06B-C8201EB9D182}" destId="{604DC978-BDAC-4117-AC6C-65372553B8E5}" srcOrd="0" destOrd="0" presId="urn:microsoft.com/office/officeart/2016/7/layout/RepeatingBendingProcessNew"/>
    <dgm:cxn modelId="{6DE298F7-3033-4564-8570-B051FDAB71D6}" type="presOf" srcId="{D30702BB-AF68-4372-896F-A9B415C10123}" destId="{872658D3-7550-4CBE-9A06-84CF762F15E3}" srcOrd="1" destOrd="0" presId="urn:microsoft.com/office/officeart/2016/7/layout/RepeatingBendingProcessNew"/>
    <dgm:cxn modelId="{02B0A7FB-A073-45BE-B2C3-987883FFD00D}" type="presOf" srcId="{7E549B9B-2267-413D-86D9-E37BAEBA6C8F}" destId="{09F6DE6E-B68D-4854-9018-7EF08EC81AA2}" srcOrd="0" destOrd="0" presId="urn:microsoft.com/office/officeart/2016/7/layout/RepeatingBendingProcessNew"/>
    <dgm:cxn modelId="{B99CB1F9-8F1C-430C-9901-7FF6FD5D6962}" type="presParOf" srcId="{B393E514-1EDD-4FCD-A6DB-739A4775E672}" destId="{6DF1B1DC-70FE-4034-9F3D-71E72AAC33C3}" srcOrd="0" destOrd="0" presId="urn:microsoft.com/office/officeart/2016/7/layout/RepeatingBendingProcessNew"/>
    <dgm:cxn modelId="{A69F0F2A-AFFC-4815-96A5-1C3546742200}" type="presParOf" srcId="{B393E514-1EDD-4FCD-A6DB-739A4775E672}" destId="{F96A8C3C-2EEC-4F17-AA25-7849F032E763}" srcOrd="1" destOrd="0" presId="urn:microsoft.com/office/officeart/2016/7/layout/RepeatingBendingProcessNew"/>
    <dgm:cxn modelId="{F0A5783A-6B44-430D-9BB8-9ED55FA5C480}" type="presParOf" srcId="{F96A8C3C-2EEC-4F17-AA25-7849F032E763}" destId="{64193D74-81B9-41C1-8F6B-095AE2EEDD55}" srcOrd="0" destOrd="0" presId="urn:microsoft.com/office/officeart/2016/7/layout/RepeatingBendingProcessNew"/>
    <dgm:cxn modelId="{68F7BCDD-3A4D-4C75-8EC5-426CA4BD08B4}" type="presParOf" srcId="{B393E514-1EDD-4FCD-A6DB-739A4775E672}" destId="{92CFF973-98B8-4270-B7CF-393D948ED83F}" srcOrd="2" destOrd="0" presId="urn:microsoft.com/office/officeart/2016/7/layout/RepeatingBendingProcessNew"/>
    <dgm:cxn modelId="{2089B15C-EC7E-43C9-99F4-85D138803AE4}" type="presParOf" srcId="{B393E514-1EDD-4FCD-A6DB-739A4775E672}" destId="{D0C8A16E-5B26-44CC-A07F-722E0994E367}" srcOrd="3" destOrd="0" presId="urn:microsoft.com/office/officeart/2016/7/layout/RepeatingBendingProcessNew"/>
    <dgm:cxn modelId="{BBA5B64D-54C7-402C-8035-7647CBF5A299}" type="presParOf" srcId="{D0C8A16E-5B26-44CC-A07F-722E0994E367}" destId="{803B679E-83AA-4B57-A586-5596D6A2CB03}" srcOrd="0" destOrd="0" presId="urn:microsoft.com/office/officeart/2016/7/layout/RepeatingBendingProcessNew"/>
    <dgm:cxn modelId="{8F00DFFB-C9BF-42CE-936C-1C37B3A2C8E0}" type="presParOf" srcId="{B393E514-1EDD-4FCD-A6DB-739A4775E672}" destId="{AAF6AA33-80F4-402E-A5C2-09AD5188A5A5}" srcOrd="4" destOrd="0" presId="urn:microsoft.com/office/officeart/2016/7/layout/RepeatingBendingProcessNew"/>
    <dgm:cxn modelId="{E3E4AA9C-39DE-4A57-A286-72ADC70BD6C2}" type="presParOf" srcId="{B393E514-1EDD-4FCD-A6DB-739A4775E672}" destId="{09F6DE6E-B68D-4854-9018-7EF08EC81AA2}" srcOrd="5" destOrd="0" presId="urn:microsoft.com/office/officeart/2016/7/layout/RepeatingBendingProcessNew"/>
    <dgm:cxn modelId="{FEF0A46F-AA1A-4681-895C-0E899104532E}" type="presParOf" srcId="{09F6DE6E-B68D-4854-9018-7EF08EC81AA2}" destId="{A16DA028-7690-447F-8D1F-574DA779EAED}" srcOrd="0" destOrd="0" presId="urn:microsoft.com/office/officeart/2016/7/layout/RepeatingBendingProcessNew"/>
    <dgm:cxn modelId="{1C94C309-4738-4C20-8C3B-C753150609F1}" type="presParOf" srcId="{B393E514-1EDD-4FCD-A6DB-739A4775E672}" destId="{BDD4FA6A-0446-4292-AC0E-23686283636B}" srcOrd="6" destOrd="0" presId="urn:microsoft.com/office/officeart/2016/7/layout/RepeatingBendingProcessNew"/>
    <dgm:cxn modelId="{58323412-A8FB-4AD2-A156-683BCF67BE61}" type="presParOf" srcId="{B393E514-1EDD-4FCD-A6DB-739A4775E672}" destId="{D7A07252-F7AB-4373-AD12-B28E825F9555}" srcOrd="7" destOrd="0" presId="urn:microsoft.com/office/officeart/2016/7/layout/RepeatingBendingProcessNew"/>
    <dgm:cxn modelId="{89EBA995-873F-41AA-9630-920B30EFCC9F}" type="presParOf" srcId="{D7A07252-F7AB-4373-AD12-B28E825F9555}" destId="{7CF4CD63-B76B-4E86-9736-ADC4464668D8}" srcOrd="0" destOrd="0" presId="urn:microsoft.com/office/officeart/2016/7/layout/RepeatingBendingProcessNew"/>
    <dgm:cxn modelId="{B5819F31-8B2B-4B84-B2EA-D13BA2627D83}" type="presParOf" srcId="{B393E514-1EDD-4FCD-A6DB-739A4775E672}" destId="{783B48C6-5A8C-4850-9AAA-9E19C8665D14}" srcOrd="8" destOrd="0" presId="urn:microsoft.com/office/officeart/2016/7/layout/RepeatingBendingProcessNew"/>
    <dgm:cxn modelId="{282BAF1F-1B38-484C-AC57-E676F1EDE068}" type="presParOf" srcId="{B393E514-1EDD-4FCD-A6DB-739A4775E672}" destId="{604DC978-BDAC-4117-AC6C-65372553B8E5}" srcOrd="9" destOrd="0" presId="urn:microsoft.com/office/officeart/2016/7/layout/RepeatingBendingProcessNew"/>
    <dgm:cxn modelId="{7E5822A0-4B53-4D36-A5E9-ABFFF593B5B6}" type="presParOf" srcId="{604DC978-BDAC-4117-AC6C-65372553B8E5}" destId="{33B194D9-E52F-4750-984F-6CDF50B16FCF}" srcOrd="0" destOrd="0" presId="urn:microsoft.com/office/officeart/2016/7/layout/RepeatingBendingProcessNew"/>
    <dgm:cxn modelId="{852633EA-00EA-4E25-A260-A60EA28683FD}" type="presParOf" srcId="{B393E514-1EDD-4FCD-A6DB-739A4775E672}" destId="{527ED5B1-975D-48C4-954A-80C7AE58EB79}" srcOrd="10" destOrd="0" presId="urn:microsoft.com/office/officeart/2016/7/layout/RepeatingBendingProcessNew"/>
    <dgm:cxn modelId="{295A7DCA-E7A3-4B69-9E0A-F93379EAEBCE}" type="presParOf" srcId="{B393E514-1EDD-4FCD-A6DB-739A4775E672}" destId="{B5887F8F-AE18-4950-8A12-BAE03EAC7006}" srcOrd="11" destOrd="0" presId="urn:microsoft.com/office/officeart/2016/7/layout/RepeatingBendingProcessNew"/>
    <dgm:cxn modelId="{A5A3D63C-8EF1-4459-B369-3C74A8C2EC5A}" type="presParOf" srcId="{B5887F8F-AE18-4950-8A12-BAE03EAC7006}" destId="{872658D3-7550-4CBE-9A06-84CF762F15E3}" srcOrd="0" destOrd="0" presId="urn:microsoft.com/office/officeart/2016/7/layout/RepeatingBendingProcessNew"/>
    <dgm:cxn modelId="{3B61A370-3A8E-4E2F-A954-908D0FDE88FB}" type="presParOf" srcId="{B393E514-1EDD-4FCD-A6DB-739A4775E672}" destId="{628604E2-4C07-44A8-9C36-0440EB3DDC26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16B98D-03F7-4BB1-9F2D-5EAB1A027C8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B9A1C8-7CD0-484B-B5E1-9B1BBF97E85E}">
      <dgm:prSet/>
      <dgm:spPr/>
      <dgm:t>
        <a:bodyPr/>
        <a:lstStyle/>
        <a:p>
          <a:r>
            <a:rPr lang="en-US"/>
            <a:t>- Model A: EfficientNet-B0 (Pre-trained on ImageNet).</a:t>
          </a:r>
        </a:p>
      </dgm:t>
    </dgm:pt>
    <dgm:pt modelId="{98DFF013-44B1-4603-8461-62723F7F7150}" type="parTrans" cxnId="{BB1C9B7D-8813-4EB9-A868-9107E8AC0BBA}">
      <dgm:prSet/>
      <dgm:spPr/>
      <dgm:t>
        <a:bodyPr/>
        <a:lstStyle/>
        <a:p>
          <a:endParaRPr lang="en-US"/>
        </a:p>
      </dgm:t>
    </dgm:pt>
    <dgm:pt modelId="{36FB5C62-C801-4F54-9B5B-A68673621BBA}" type="sibTrans" cxnId="{BB1C9B7D-8813-4EB9-A868-9107E8AC0BBA}">
      <dgm:prSet/>
      <dgm:spPr/>
      <dgm:t>
        <a:bodyPr/>
        <a:lstStyle/>
        <a:p>
          <a:endParaRPr lang="en-US"/>
        </a:p>
      </dgm:t>
    </dgm:pt>
    <dgm:pt modelId="{6D384411-D8E8-414A-95B0-3727317233DC}">
      <dgm:prSet/>
      <dgm:spPr/>
      <dgm:t>
        <a:bodyPr/>
        <a:lstStyle/>
        <a:p>
          <a:r>
            <a:rPr lang="en-US"/>
            <a:t>- Model B: ResNet18 (Optimized for patterns).</a:t>
          </a:r>
        </a:p>
      </dgm:t>
    </dgm:pt>
    <dgm:pt modelId="{A70EC770-2BC1-4FA5-8FE9-F48108829959}" type="parTrans" cxnId="{382F1884-1E56-4670-9B49-4CBD6ACBD707}">
      <dgm:prSet/>
      <dgm:spPr/>
      <dgm:t>
        <a:bodyPr/>
        <a:lstStyle/>
        <a:p>
          <a:endParaRPr lang="en-US"/>
        </a:p>
      </dgm:t>
    </dgm:pt>
    <dgm:pt modelId="{789094F3-6F2E-4019-A8A6-2C211FCE71A7}" type="sibTrans" cxnId="{382F1884-1E56-4670-9B49-4CBD6ACBD707}">
      <dgm:prSet/>
      <dgm:spPr/>
      <dgm:t>
        <a:bodyPr/>
        <a:lstStyle/>
        <a:p>
          <a:endParaRPr lang="en-US"/>
        </a:p>
      </dgm:t>
    </dgm:pt>
    <dgm:pt modelId="{7B02B0A7-A215-4E76-9602-5EAA232A5534}">
      <dgm:prSet/>
      <dgm:spPr/>
      <dgm:t>
        <a:bodyPr/>
        <a:lstStyle/>
        <a:p>
          <a:r>
            <a:rPr lang="en-US"/>
            <a:t>- Fusion Head: Concatenates features (1280 + 512).</a:t>
          </a:r>
        </a:p>
      </dgm:t>
    </dgm:pt>
    <dgm:pt modelId="{65C381F1-8066-47A0-B86D-A3F21D818A3B}" type="parTrans" cxnId="{CF043508-190F-4565-91E9-99491DA0CEDD}">
      <dgm:prSet/>
      <dgm:spPr/>
      <dgm:t>
        <a:bodyPr/>
        <a:lstStyle/>
        <a:p>
          <a:endParaRPr lang="en-US"/>
        </a:p>
      </dgm:t>
    </dgm:pt>
    <dgm:pt modelId="{D1218186-6424-4AB6-96A5-532925A1E5C4}" type="sibTrans" cxnId="{CF043508-190F-4565-91E9-99491DA0CEDD}">
      <dgm:prSet/>
      <dgm:spPr/>
      <dgm:t>
        <a:bodyPr/>
        <a:lstStyle/>
        <a:p>
          <a:endParaRPr lang="en-US"/>
        </a:p>
      </dgm:t>
    </dgm:pt>
    <dgm:pt modelId="{666B66EA-72AE-4FCA-A70D-6A70B11C6BAF}">
      <dgm:prSet/>
      <dgm:spPr/>
      <dgm:t>
        <a:bodyPr/>
        <a:lstStyle/>
        <a:p>
          <a:r>
            <a:rPr lang="en-US"/>
            <a:t>- Classifier: Fully Connected Layers with Dropout (0.3) to prevent overfitting.</a:t>
          </a:r>
        </a:p>
      </dgm:t>
    </dgm:pt>
    <dgm:pt modelId="{26F99EA5-6C9C-4A11-B26B-1BBD7C6059FA}" type="parTrans" cxnId="{633CB7C2-F470-4EB7-B9AF-671BB7D5489B}">
      <dgm:prSet/>
      <dgm:spPr/>
      <dgm:t>
        <a:bodyPr/>
        <a:lstStyle/>
        <a:p>
          <a:endParaRPr lang="en-US"/>
        </a:p>
      </dgm:t>
    </dgm:pt>
    <dgm:pt modelId="{113FD4A8-D4BD-41F9-AF77-B00E19CA6CB6}" type="sibTrans" cxnId="{633CB7C2-F470-4EB7-B9AF-671BB7D5489B}">
      <dgm:prSet/>
      <dgm:spPr/>
      <dgm:t>
        <a:bodyPr/>
        <a:lstStyle/>
        <a:p>
          <a:endParaRPr lang="en-US"/>
        </a:p>
      </dgm:t>
    </dgm:pt>
    <dgm:pt modelId="{DDA03C55-5787-4C7B-A46C-B6CC439AF331}" type="pres">
      <dgm:prSet presAssocID="{F316B98D-03F7-4BB1-9F2D-5EAB1A027C86}" presName="outerComposite" presStyleCnt="0">
        <dgm:presLayoutVars>
          <dgm:chMax val="5"/>
          <dgm:dir/>
          <dgm:resizeHandles val="exact"/>
        </dgm:presLayoutVars>
      </dgm:prSet>
      <dgm:spPr/>
    </dgm:pt>
    <dgm:pt modelId="{7CA43977-7E93-4E10-AF19-B36B86B416EE}" type="pres">
      <dgm:prSet presAssocID="{F316B98D-03F7-4BB1-9F2D-5EAB1A027C86}" presName="dummyMaxCanvas" presStyleCnt="0">
        <dgm:presLayoutVars/>
      </dgm:prSet>
      <dgm:spPr/>
    </dgm:pt>
    <dgm:pt modelId="{1E1AE413-6F9A-4D59-AD2D-B8F8E5415030}" type="pres">
      <dgm:prSet presAssocID="{F316B98D-03F7-4BB1-9F2D-5EAB1A027C86}" presName="FourNodes_1" presStyleLbl="node1" presStyleIdx="0" presStyleCnt="4">
        <dgm:presLayoutVars>
          <dgm:bulletEnabled val="1"/>
        </dgm:presLayoutVars>
      </dgm:prSet>
      <dgm:spPr/>
    </dgm:pt>
    <dgm:pt modelId="{7DDC390C-901C-44BC-82D6-B076F1744C46}" type="pres">
      <dgm:prSet presAssocID="{F316B98D-03F7-4BB1-9F2D-5EAB1A027C86}" presName="FourNodes_2" presStyleLbl="node1" presStyleIdx="1" presStyleCnt="4">
        <dgm:presLayoutVars>
          <dgm:bulletEnabled val="1"/>
        </dgm:presLayoutVars>
      </dgm:prSet>
      <dgm:spPr/>
    </dgm:pt>
    <dgm:pt modelId="{27E396EF-D608-42AA-89D6-9F87A0D2E951}" type="pres">
      <dgm:prSet presAssocID="{F316B98D-03F7-4BB1-9F2D-5EAB1A027C86}" presName="FourNodes_3" presStyleLbl="node1" presStyleIdx="2" presStyleCnt="4">
        <dgm:presLayoutVars>
          <dgm:bulletEnabled val="1"/>
        </dgm:presLayoutVars>
      </dgm:prSet>
      <dgm:spPr/>
    </dgm:pt>
    <dgm:pt modelId="{1FBB6219-FF3E-4FCE-B7A9-CE958B943E52}" type="pres">
      <dgm:prSet presAssocID="{F316B98D-03F7-4BB1-9F2D-5EAB1A027C86}" presName="FourNodes_4" presStyleLbl="node1" presStyleIdx="3" presStyleCnt="4">
        <dgm:presLayoutVars>
          <dgm:bulletEnabled val="1"/>
        </dgm:presLayoutVars>
      </dgm:prSet>
      <dgm:spPr/>
    </dgm:pt>
    <dgm:pt modelId="{8F8F2BFB-515D-47B9-9F03-847C3369E82E}" type="pres">
      <dgm:prSet presAssocID="{F316B98D-03F7-4BB1-9F2D-5EAB1A027C86}" presName="FourConn_1-2" presStyleLbl="fgAccFollowNode1" presStyleIdx="0" presStyleCnt="3">
        <dgm:presLayoutVars>
          <dgm:bulletEnabled val="1"/>
        </dgm:presLayoutVars>
      </dgm:prSet>
      <dgm:spPr/>
    </dgm:pt>
    <dgm:pt modelId="{32C3DBA0-F62E-4A02-BDB0-324E91941567}" type="pres">
      <dgm:prSet presAssocID="{F316B98D-03F7-4BB1-9F2D-5EAB1A027C86}" presName="FourConn_2-3" presStyleLbl="fgAccFollowNode1" presStyleIdx="1" presStyleCnt="3">
        <dgm:presLayoutVars>
          <dgm:bulletEnabled val="1"/>
        </dgm:presLayoutVars>
      </dgm:prSet>
      <dgm:spPr/>
    </dgm:pt>
    <dgm:pt modelId="{A75671C7-69BF-4B55-83CC-BF141F45691F}" type="pres">
      <dgm:prSet presAssocID="{F316B98D-03F7-4BB1-9F2D-5EAB1A027C86}" presName="FourConn_3-4" presStyleLbl="fgAccFollowNode1" presStyleIdx="2" presStyleCnt="3">
        <dgm:presLayoutVars>
          <dgm:bulletEnabled val="1"/>
        </dgm:presLayoutVars>
      </dgm:prSet>
      <dgm:spPr/>
    </dgm:pt>
    <dgm:pt modelId="{9E60169E-E261-4243-8B00-5E8F76890129}" type="pres">
      <dgm:prSet presAssocID="{F316B98D-03F7-4BB1-9F2D-5EAB1A027C86}" presName="FourNodes_1_text" presStyleLbl="node1" presStyleIdx="3" presStyleCnt="4">
        <dgm:presLayoutVars>
          <dgm:bulletEnabled val="1"/>
        </dgm:presLayoutVars>
      </dgm:prSet>
      <dgm:spPr/>
    </dgm:pt>
    <dgm:pt modelId="{512C05E3-4158-4E46-A73D-DA9D04975A7C}" type="pres">
      <dgm:prSet presAssocID="{F316B98D-03F7-4BB1-9F2D-5EAB1A027C86}" presName="FourNodes_2_text" presStyleLbl="node1" presStyleIdx="3" presStyleCnt="4">
        <dgm:presLayoutVars>
          <dgm:bulletEnabled val="1"/>
        </dgm:presLayoutVars>
      </dgm:prSet>
      <dgm:spPr/>
    </dgm:pt>
    <dgm:pt modelId="{98A5DAD2-C7CB-4777-AA6B-74F0537D17CD}" type="pres">
      <dgm:prSet presAssocID="{F316B98D-03F7-4BB1-9F2D-5EAB1A027C86}" presName="FourNodes_3_text" presStyleLbl="node1" presStyleIdx="3" presStyleCnt="4">
        <dgm:presLayoutVars>
          <dgm:bulletEnabled val="1"/>
        </dgm:presLayoutVars>
      </dgm:prSet>
      <dgm:spPr/>
    </dgm:pt>
    <dgm:pt modelId="{A179A7C0-52D6-4143-B777-0ADCA1FC2920}" type="pres">
      <dgm:prSet presAssocID="{F316B98D-03F7-4BB1-9F2D-5EAB1A027C8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F043508-190F-4565-91E9-99491DA0CEDD}" srcId="{F316B98D-03F7-4BB1-9F2D-5EAB1A027C86}" destId="{7B02B0A7-A215-4E76-9602-5EAA232A5534}" srcOrd="2" destOrd="0" parTransId="{65C381F1-8066-47A0-B86D-A3F21D818A3B}" sibTransId="{D1218186-6424-4AB6-96A5-532925A1E5C4}"/>
    <dgm:cxn modelId="{F09BA01B-D636-40FD-AC37-D69E52E82EE2}" type="presOf" srcId="{6D384411-D8E8-414A-95B0-3727317233DC}" destId="{512C05E3-4158-4E46-A73D-DA9D04975A7C}" srcOrd="1" destOrd="0" presId="urn:microsoft.com/office/officeart/2005/8/layout/vProcess5"/>
    <dgm:cxn modelId="{A7A7C845-E80F-4A96-8AD6-3512D84FB51D}" type="presOf" srcId="{3EB9A1C8-7CD0-484B-B5E1-9B1BBF97E85E}" destId="{9E60169E-E261-4243-8B00-5E8F76890129}" srcOrd="1" destOrd="0" presId="urn:microsoft.com/office/officeart/2005/8/layout/vProcess5"/>
    <dgm:cxn modelId="{BB1C9B7D-8813-4EB9-A868-9107E8AC0BBA}" srcId="{F316B98D-03F7-4BB1-9F2D-5EAB1A027C86}" destId="{3EB9A1C8-7CD0-484B-B5E1-9B1BBF97E85E}" srcOrd="0" destOrd="0" parTransId="{98DFF013-44B1-4603-8461-62723F7F7150}" sibTransId="{36FB5C62-C801-4F54-9B5B-A68673621BBA}"/>
    <dgm:cxn modelId="{3C2AA580-B689-443E-8A74-D33ED52ED272}" type="presOf" srcId="{789094F3-6F2E-4019-A8A6-2C211FCE71A7}" destId="{32C3DBA0-F62E-4A02-BDB0-324E91941567}" srcOrd="0" destOrd="0" presId="urn:microsoft.com/office/officeart/2005/8/layout/vProcess5"/>
    <dgm:cxn modelId="{382F1884-1E56-4670-9B49-4CBD6ACBD707}" srcId="{F316B98D-03F7-4BB1-9F2D-5EAB1A027C86}" destId="{6D384411-D8E8-414A-95B0-3727317233DC}" srcOrd="1" destOrd="0" parTransId="{A70EC770-2BC1-4FA5-8FE9-F48108829959}" sibTransId="{789094F3-6F2E-4019-A8A6-2C211FCE71A7}"/>
    <dgm:cxn modelId="{43E0618A-BDFA-4A36-B4D9-725D0E2F883D}" type="presOf" srcId="{666B66EA-72AE-4FCA-A70D-6A70B11C6BAF}" destId="{A179A7C0-52D6-4143-B777-0ADCA1FC2920}" srcOrd="1" destOrd="0" presId="urn:microsoft.com/office/officeart/2005/8/layout/vProcess5"/>
    <dgm:cxn modelId="{2E607095-ED7C-40C6-8DF7-2079B892DA31}" type="presOf" srcId="{7B02B0A7-A215-4E76-9602-5EAA232A5534}" destId="{98A5DAD2-C7CB-4777-AA6B-74F0537D17CD}" srcOrd="1" destOrd="0" presId="urn:microsoft.com/office/officeart/2005/8/layout/vProcess5"/>
    <dgm:cxn modelId="{8CD4EDA1-F054-4403-A769-6D55324EA0EC}" type="presOf" srcId="{666B66EA-72AE-4FCA-A70D-6A70B11C6BAF}" destId="{1FBB6219-FF3E-4FCE-B7A9-CE958B943E52}" srcOrd="0" destOrd="0" presId="urn:microsoft.com/office/officeart/2005/8/layout/vProcess5"/>
    <dgm:cxn modelId="{0DE049A7-0CF4-4D7F-8AD6-EDDE1434DDCB}" type="presOf" srcId="{D1218186-6424-4AB6-96A5-532925A1E5C4}" destId="{A75671C7-69BF-4B55-83CC-BF141F45691F}" srcOrd="0" destOrd="0" presId="urn:microsoft.com/office/officeart/2005/8/layout/vProcess5"/>
    <dgm:cxn modelId="{A035F7B0-ACB1-4762-8670-598F83A6C421}" type="presOf" srcId="{36FB5C62-C801-4F54-9B5B-A68673621BBA}" destId="{8F8F2BFB-515D-47B9-9F03-847C3369E82E}" srcOrd="0" destOrd="0" presId="urn:microsoft.com/office/officeart/2005/8/layout/vProcess5"/>
    <dgm:cxn modelId="{633CB7C2-F470-4EB7-B9AF-671BB7D5489B}" srcId="{F316B98D-03F7-4BB1-9F2D-5EAB1A027C86}" destId="{666B66EA-72AE-4FCA-A70D-6A70B11C6BAF}" srcOrd="3" destOrd="0" parTransId="{26F99EA5-6C9C-4A11-B26B-1BBD7C6059FA}" sibTransId="{113FD4A8-D4BD-41F9-AF77-B00E19CA6CB6}"/>
    <dgm:cxn modelId="{E56E29D3-31BD-4EEF-8E63-11878002DF0D}" type="presOf" srcId="{6D384411-D8E8-414A-95B0-3727317233DC}" destId="{7DDC390C-901C-44BC-82D6-B076F1744C46}" srcOrd="0" destOrd="0" presId="urn:microsoft.com/office/officeart/2005/8/layout/vProcess5"/>
    <dgm:cxn modelId="{396D6BD6-AEA0-4C4E-9A8D-456BDEA445D7}" type="presOf" srcId="{F316B98D-03F7-4BB1-9F2D-5EAB1A027C86}" destId="{DDA03C55-5787-4C7B-A46C-B6CC439AF331}" srcOrd="0" destOrd="0" presId="urn:microsoft.com/office/officeart/2005/8/layout/vProcess5"/>
    <dgm:cxn modelId="{D54D10F4-AB72-4F5D-9C5F-91FA527F82C8}" type="presOf" srcId="{3EB9A1C8-7CD0-484B-B5E1-9B1BBF97E85E}" destId="{1E1AE413-6F9A-4D59-AD2D-B8F8E5415030}" srcOrd="0" destOrd="0" presId="urn:microsoft.com/office/officeart/2005/8/layout/vProcess5"/>
    <dgm:cxn modelId="{BF0A7DF4-7155-42A8-8C6D-2D35AD94A9A1}" type="presOf" srcId="{7B02B0A7-A215-4E76-9602-5EAA232A5534}" destId="{27E396EF-D608-42AA-89D6-9F87A0D2E951}" srcOrd="0" destOrd="0" presId="urn:microsoft.com/office/officeart/2005/8/layout/vProcess5"/>
    <dgm:cxn modelId="{E6F4FD2A-1303-4AFF-9E63-67DC40E72273}" type="presParOf" srcId="{DDA03C55-5787-4C7B-A46C-B6CC439AF331}" destId="{7CA43977-7E93-4E10-AF19-B36B86B416EE}" srcOrd="0" destOrd="0" presId="urn:microsoft.com/office/officeart/2005/8/layout/vProcess5"/>
    <dgm:cxn modelId="{88AD85C4-F1B7-43B5-BDB5-3F49734E84FC}" type="presParOf" srcId="{DDA03C55-5787-4C7B-A46C-B6CC439AF331}" destId="{1E1AE413-6F9A-4D59-AD2D-B8F8E5415030}" srcOrd="1" destOrd="0" presId="urn:microsoft.com/office/officeart/2005/8/layout/vProcess5"/>
    <dgm:cxn modelId="{D6EF812E-3F22-4777-8562-7831D61960D3}" type="presParOf" srcId="{DDA03C55-5787-4C7B-A46C-B6CC439AF331}" destId="{7DDC390C-901C-44BC-82D6-B076F1744C46}" srcOrd="2" destOrd="0" presId="urn:microsoft.com/office/officeart/2005/8/layout/vProcess5"/>
    <dgm:cxn modelId="{D8A482E0-355F-49E0-8D8F-6F2AB3250FDA}" type="presParOf" srcId="{DDA03C55-5787-4C7B-A46C-B6CC439AF331}" destId="{27E396EF-D608-42AA-89D6-9F87A0D2E951}" srcOrd="3" destOrd="0" presId="urn:microsoft.com/office/officeart/2005/8/layout/vProcess5"/>
    <dgm:cxn modelId="{80E1B9A0-C0C6-48F7-B65F-B4F94AF3E00D}" type="presParOf" srcId="{DDA03C55-5787-4C7B-A46C-B6CC439AF331}" destId="{1FBB6219-FF3E-4FCE-B7A9-CE958B943E52}" srcOrd="4" destOrd="0" presId="urn:microsoft.com/office/officeart/2005/8/layout/vProcess5"/>
    <dgm:cxn modelId="{89D9B329-4F70-44B4-BDBA-F8C3B66E40DB}" type="presParOf" srcId="{DDA03C55-5787-4C7B-A46C-B6CC439AF331}" destId="{8F8F2BFB-515D-47B9-9F03-847C3369E82E}" srcOrd="5" destOrd="0" presId="urn:microsoft.com/office/officeart/2005/8/layout/vProcess5"/>
    <dgm:cxn modelId="{ADD1CEBB-B83D-4478-9387-7F0B70657F4B}" type="presParOf" srcId="{DDA03C55-5787-4C7B-A46C-B6CC439AF331}" destId="{32C3DBA0-F62E-4A02-BDB0-324E91941567}" srcOrd="6" destOrd="0" presId="urn:microsoft.com/office/officeart/2005/8/layout/vProcess5"/>
    <dgm:cxn modelId="{F6B17C31-511E-4126-B191-9FC704118658}" type="presParOf" srcId="{DDA03C55-5787-4C7B-A46C-B6CC439AF331}" destId="{A75671C7-69BF-4B55-83CC-BF141F45691F}" srcOrd="7" destOrd="0" presId="urn:microsoft.com/office/officeart/2005/8/layout/vProcess5"/>
    <dgm:cxn modelId="{82CF7CC0-57E8-4EA9-AE81-5CCBF8F77A4A}" type="presParOf" srcId="{DDA03C55-5787-4C7B-A46C-B6CC439AF331}" destId="{9E60169E-E261-4243-8B00-5E8F76890129}" srcOrd="8" destOrd="0" presId="urn:microsoft.com/office/officeart/2005/8/layout/vProcess5"/>
    <dgm:cxn modelId="{36F5CEAB-BA3D-475E-B68D-B6F33F9FA936}" type="presParOf" srcId="{DDA03C55-5787-4C7B-A46C-B6CC439AF331}" destId="{512C05E3-4158-4E46-A73D-DA9D04975A7C}" srcOrd="9" destOrd="0" presId="urn:microsoft.com/office/officeart/2005/8/layout/vProcess5"/>
    <dgm:cxn modelId="{F0A074B7-4C6B-4435-B46A-03C4E1A7C9C5}" type="presParOf" srcId="{DDA03C55-5787-4C7B-A46C-B6CC439AF331}" destId="{98A5DAD2-C7CB-4777-AA6B-74F0537D17CD}" srcOrd="10" destOrd="0" presId="urn:microsoft.com/office/officeart/2005/8/layout/vProcess5"/>
    <dgm:cxn modelId="{F3CF5A80-3F28-47A7-BE14-81059D560357}" type="presParOf" srcId="{DDA03C55-5787-4C7B-A46C-B6CC439AF331}" destId="{A179A7C0-52D6-4143-B777-0ADCA1FC292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DB016D3-304F-4632-80BE-E3E452664E7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39D106-7912-4BF3-868C-9A2C31733628}">
      <dgm:prSet/>
      <dgm:spPr/>
      <dgm:t>
        <a:bodyPr/>
        <a:lstStyle/>
        <a:p>
          <a:r>
            <a:rPr lang="en-US"/>
            <a:t>- Framework: PyTorch.</a:t>
          </a:r>
        </a:p>
      </dgm:t>
    </dgm:pt>
    <dgm:pt modelId="{922E4106-769D-451D-BE33-7038D616AB40}" type="parTrans" cxnId="{7F0179A1-0B80-4228-9EA4-AF54545A271F}">
      <dgm:prSet/>
      <dgm:spPr/>
      <dgm:t>
        <a:bodyPr/>
        <a:lstStyle/>
        <a:p>
          <a:endParaRPr lang="en-US"/>
        </a:p>
      </dgm:t>
    </dgm:pt>
    <dgm:pt modelId="{502C85F7-BE8A-4649-B7A8-A57034338F16}" type="sibTrans" cxnId="{7F0179A1-0B80-4228-9EA4-AF54545A271F}">
      <dgm:prSet/>
      <dgm:spPr/>
      <dgm:t>
        <a:bodyPr/>
        <a:lstStyle/>
        <a:p>
          <a:endParaRPr lang="en-US"/>
        </a:p>
      </dgm:t>
    </dgm:pt>
    <dgm:pt modelId="{F76A13AB-902F-4E73-B2AF-8BE0E35ABA3C}">
      <dgm:prSet/>
      <dgm:spPr/>
      <dgm:t>
        <a:bodyPr/>
        <a:lstStyle/>
        <a:p>
          <a:r>
            <a:rPr lang="en-US"/>
            <a:t>- Loss Function: CrossEntropyLoss.</a:t>
          </a:r>
        </a:p>
      </dgm:t>
    </dgm:pt>
    <dgm:pt modelId="{3B5C2362-2CB5-4889-96F7-78E5C8F205A0}" type="parTrans" cxnId="{4AB405C2-ADE1-455E-A752-0792F79B3934}">
      <dgm:prSet/>
      <dgm:spPr/>
      <dgm:t>
        <a:bodyPr/>
        <a:lstStyle/>
        <a:p>
          <a:endParaRPr lang="en-US"/>
        </a:p>
      </dgm:t>
    </dgm:pt>
    <dgm:pt modelId="{8299795D-83C0-4AF0-AEFD-33FD72F7D8B2}" type="sibTrans" cxnId="{4AB405C2-ADE1-455E-A752-0792F79B3934}">
      <dgm:prSet/>
      <dgm:spPr/>
      <dgm:t>
        <a:bodyPr/>
        <a:lstStyle/>
        <a:p>
          <a:endParaRPr lang="en-US"/>
        </a:p>
      </dgm:t>
    </dgm:pt>
    <dgm:pt modelId="{B346540C-20D4-4E4A-86D9-0F07F1AE5171}">
      <dgm:prSet/>
      <dgm:spPr/>
      <dgm:t>
        <a:bodyPr/>
        <a:lstStyle/>
        <a:p>
          <a:r>
            <a:rPr lang="en-US"/>
            <a:t>- Optimizer: Adam (LR = 0.0001).</a:t>
          </a:r>
        </a:p>
      </dgm:t>
    </dgm:pt>
    <dgm:pt modelId="{696EF8C6-2348-4BC4-9CD1-75B5C18DCAA7}" type="parTrans" cxnId="{8686B02A-1590-40C6-9B83-D22E7AEB508D}">
      <dgm:prSet/>
      <dgm:spPr/>
      <dgm:t>
        <a:bodyPr/>
        <a:lstStyle/>
        <a:p>
          <a:endParaRPr lang="en-US"/>
        </a:p>
      </dgm:t>
    </dgm:pt>
    <dgm:pt modelId="{181D12CB-9028-425C-8D17-17780D6DFB83}" type="sibTrans" cxnId="{8686B02A-1590-40C6-9B83-D22E7AEB508D}">
      <dgm:prSet/>
      <dgm:spPr/>
      <dgm:t>
        <a:bodyPr/>
        <a:lstStyle/>
        <a:p>
          <a:endParaRPr lang="en-US"/>
        </a:p>
      </dgm:t>
    </dgm:pt>
    <dgm:pt modelId="{BF347D66-5DCF-44F4-962F-FA853054A5AE}">
      <dgm:prSet/>
      <dgm:spPr/>
      <dgm:t>
        <a:bodyPr/>
        <a:lstStyle/>
        <a:p>
          <a:r>
            <a:rPr lang="en-US" dirty="0"/>
            <a:t>- Batch Size: 15.</a:t>
          </a:r>
        </a:p>
      </dgm:t>
    </dgm:pt>
    <dgm:pt modelId="{0DC258CB-2A01-431A-A888-7F1E12B781DD}" type="parTrans" cxnId="{1CE0ED34-5AE1-45B5-AF55-F4843E3D7DC7}">
      <dgm:prSet/>
      <dgm:spPr/>
      <dgm:t>
        <a:bodyPr/>
        <a:lstStyle/>
        <a:p>
          <a:endParaRPr lang="en-US"/>
        </a:p>
      </dgm:t>
    </dgm:pt>
    <dgm:pt modelId="{44133E34-6878-40F1-B21D-A8E24388F727}" type="sibTrans" cxnId="{1CE0ED34-5AE1-45B5-AF55-F4843E3D7DC7}">
      <dgm:prSet/>
      <dgm:spPr/>
      <dgm:t>
        <a:bodyPr/>
        <a:lstStyle/>
        <a:p>
          <a:endParaRPr lang="en-US"/>
        </a:p>
      </dgm:t>
    </dgm:pt>
    <dgm:pt modelId="{43B77A7C-7AC5-41B4-A296-40775A5441DB}">
      <dgm:prSet/>
      <dgm:spPr/>
      <dgm:t>
        <a:bodyPr/>
        <a:lstStyle/>
        <a:p>
          <a:r>
            <a:rPr lang="en-US"/>
            <a:t>- Epochs: 10.</a:t>
          </a:r>
        </a:p>
      </dgm:t>
    </dgm:pt>
    <dgm:pt modelId="{35E4B068-2DC4-4E97-B19F-47E6F00019A2}" type="parTrans" cxnId="{37F35FE9-BC06-4985-AD63-DB7E6E36353A}">
      <dgm:prSet/>
      <dgm:spPr/>
      <dgm:t>
        <a:bodyPr/>
        <a:lstStyle/>
        <a:p>
          <a:endParaRPr lang="en-US"/>
        </a:p>
      </dgm:t>
    </dgm:pt>
    <dgm:pt modelId="{45AE2016-5989-422A-9505-06392DB4C88E}" type="sibTrans" cxnId="{37F35FE9-BC06-4985-AD63-DB7E6E36353A}">
      <dgm:prSet/>
      <dgm:spPr/>
      <dgm:t>
        <a:bodyPr/>
        <a:lstStyle/>
        <a:p>
          <a:endParaRPr lang="en-US"/>
        </a:p>
      </dgm:t>
    </dgm:pt>
    <dgm:pt modelId="{A5E42214-582B-42FA-AE91-0AF55BEF4D1C}">
      <dgm:prSet/>
      <dgm:spPr/>
      <dgm:t>
        <a:bodyPr/>
        <a:lstStyle/>
        <a:p>
          <a:r>
            <a:rPr lang="en-US"/>
            <a:t>- Hardware: GPU Acceleration.</a:t>
          </a:r>
        </a:p>
      </dgm:t>
    </dgm:pt>
    <dgm:pt modelId="{5ABD650B-DA61-4DD4-957D-FF0578C4DE06}" type="parTrans" cxnId="{FE15B986-8D32-434E-8A3D-62A1909BA60A}">
      <dgm:prSet/>
      <dgm:spPr/>
      <dgm:t>
        <a:bodyPr/>
        <a:lstStyle/>
        <a:p>
          <a:endParaRPr lang="en-US"/>
        </a:p>
      </dgm:t>
    </dgm:pt>
    <dgm:pt modelId="{FF83EE57-A046-47A5-BB2A-E78991A98DB1}" type="sibTrans" cxnId="{FE15B986-8D32-434E-8A3D-62A1909BA60A}">
      <dgm:prSet/>
      <dgm:spPr/>
      <dgm:t>
        <a:bodyPr/>
        <a:lstStyle/>
        <a:p>
          <a:endParaRPr lang="en-US"/>
        </a:p>
      </dgm:t>
    </dgm:pt>
    <dgm:pt modelId="{1B859B28-8120-4FD2-A383-94BF859E3252}" type="pres">
      <dgm:prSet presAssocID="{6DB016D3-304F-4632-80BE-E3E452664E71}" presName="vert0" presStyleCnt="0">
        <dgm:presLayoutVars>
          <dgm:dir/>
          <dgm:animOne val="branch"/>
          <dgm:animLvl val="lvl"/>
        </dgm:presLayoutVars>
      </dgm:prSet>
      <dgm:spPr/>
    </dgm:pt>
    <dgm:pt modelId="{A8D0B169-9919-4B2F-B21B-9E0AE19E7B0D}" type="pres">
      <dgm:prSet presAssocID="{D839D106-7912-4BF3-868C-9A2C31733628}" presName="thickLine" presStyleLbl="alignNode1" presStyleIdx="0" presStyleCnt="6"/>
      <dgm:spPr/>
    </dgm:pt>
    <dgm:pt modelId="{07D9FD40-9670-4F7B-928F-8B080720E4C9}" type="pres">
      <dgm:prSet presAssocID="{D839D106-7912-4BF3-868C-9A2C31733628}" presName="horz1" presStyleCnt="0"/>
      <dgm:spPr/>
    </dgm:pt>
    <dgm:pt modelId="{05A2CA2E-0C15-4FCD-8865-6829177AA4F8}" type="pres">
      <dgm:prSet presAssocID="{D839D106-7912-4BF3-868C-9A2C31733628}" presName="tx1" presStyleLbl="revTx" presStyleIdx="0" presStyleCnt="6"/>
      <dgm:spPr/>
    </dgm:pt>
    <dgm:pt modelId="{05A29073-D468-4AA3-9117-CEA374DB33D3}" type="pres">
      <dgm:prSet presAssocID="{D839D106-7912-4BF3-868C-9A2C31733628}" presName="vert1" presStyleCnt="0"/>
      <dgm:spPr/>
    </dgm:pt>
    <dgm:pt modelId="{D728E88C-C12D-4CD0-B5D8-F47CE203D5C9}" type="pres">
      <dgm:prSet presAssocID="{F76A13AB-902F-4E73-B2AF-8BE0E35ABA3C}" presName="thickLine" presStyleLbl="alignNode1" presStyleIdx="1" presStyleCnt="6"/>
      <dgm:spPr/>
    </dgm:pt>
    <dgm:pt modelId="{6E5935C9-B0B2-486A-9436-FD0D8BFE15FC}" type="pres">
      <dgm:prSet presAssocID="{F76A13AB-902F-4E73-B2AF-8BE0E35ABA3C}" presName="horz1" presStyleCnt="0"/>
      <dgm:spPr/>
    </dgm:pt>
    <dgm:pt modelId="{B676AEE3-DEE0-4E50-B033-967DDCB2F1CC}" type="pres">
      <dgm:prSet presAssocID="{F76A13AB-902F-4E73-B2AF-8BE0E35ABA3C}" presName="tx1" presStyleLbl="revTx" presStyleIdx="1" presStyleCnt="6"/>
      <dgm:spPr/>
    </dgm:pt>
    <dgm:pt modelId="{CCA25B34-202E-4EF0-88A5-DB06AA1CA0DC}" type="pres">
      <dgm:prSet presAssocID="{F76A13AB-902F-4E73-B2AF-8BE0E35ABA3C}" presName="vert1" presStyleCnt="0"/>
      <dgm:spPr/>
    </dgm:pt>
    <dgm:pt modelId="{5713EDE5-0946-41B8-9C59-2AFDA820B109}" type="pres">
      <dgm:prSet presAssocID="{B346540C-20D4-4E4A-86D9-0F07F1AE5171}" presName="thickLine" presStyleLbl="alignNode1" presStyleIdx="2" presStyleCnt="6"/>
      <dgm:spPr/>
    </dgm:pt>
    <dgm:pt modelId="{59514015-EE6A-4289-92F6-5202BE0E3270}" type="pres">
      <dgm:prSet presAssocID="{B346540C-20D4-4E4A-86D9-0F07F1AE5171}" presName="horz1" presStyleCnt="0"/>
      <dgm:spPr/>
    </dgm:pt>
    <dgm:pt modelId="{DD5FCCBE-1955-4FC0-894C-00AD33FF4B70}" type="pres">
      <dgm:prSet presAssocID="{B346540C-20D4-4E4A-86D9-0F07F1AE5171}" presName="tx1" presStyleLbl="revTx" presStyleIdx="2" presStyleCnt="6"/>
      <dgm:spPr/>
    </dgm:pt>
    <dgm:pt modelId="{DF618FEA-C50C-4E7F-8B08-FB1608D65B2F}" type="pres">
      <dgm:prSet presAssocID="{B346540C-20D4-4E4A-86D9-0F07F1AE5171}" presName="vert1" presStyleCnt="0"/>
      <dgm:spPr/>
    </dgm:pt>
    <dgm:pt modelId="{6F7DD741-2F0E-4CE0-A706-7BEF4A0920A8}" type="pres">
      <dgm:prSet presAssocID="{BF347D66-5DCF-44F4-962F-FA853054A5AE}" presName="thickLine" presStyleLbl="alignNode1" presStyleIdx="3" presStyleCnt="6"/>
      <dgm:spPr/>
    </dgm:pt>
    <dgm:pt modelId="{73856EEF-898E-498A-81E4-957878B09741}" type="pres">
      <dgm:prSet presAssocID="{BF347D66-5DCF-44F4-962F-FA853054A5AE}" presName="horz1" presStyleCnt="0"/>
      <dgm:spPr/>
    </dgm:pt>
    <dgm:pt modelId="{D55A5682-F44C-48B4-A870-294FDA113E7F}" type="pres">
      <dgm:prSet presAssocID="{BF347D66-5DCF-44F4-962F-FA853054A5AE}" presName="tx1" presStyleLbl="revTx" presStyleIdx="3" presStyleCnt="6"/>
      <dgm:spPr/>
    </dgm:pt>
    <dgm:pt modelId="{C26573BF-92A5-4274-AB99-17458B208182}" type="pres">
      <dgm:prSet presAssocID="{BF347D66-5DCF-44F4-962F-FA853054A5AE}" presName="vert1" presStyleCnt="0"/>
      <dgm:spPr/>
    </dgm:pt>
    <dgm:pt modelId="{A5EDB2C7-D020-4850-8413-45E36DE5F8DF}" type="pres">
      <dgm:prSet presAssocID="{43B77A7C-7AC5-41B4-A296-40775A5441DB}" presName="thickLine" presStyleLbl="alignNode1" presStyleIdx="4" presStyleCnt="6"/>
      <dgm:spPr/>
    </dgm:pt>
    <dgm:pt modelId="{3D7D0CC7-3FC5-4295-BA4D-0C5A8C0A9F2B}" type="pres">
      <dgm:prSet presAssocID="{43B77A7C-7AC5-41B4-A296-40775A5441DB}" presName="horz1" presStyleCnt="0"/>
      <dgm:spPr/>
    </dgm:pt>
    <dgm:pt modelId="{227270C1-1538-4D7B-9D72-FC440CF08378}" type="pres">
      <dgm:prSet presAssocID="{43B77A7C-7AC5-41B4-A296-40775A5441DB}" presName="tx1" presStyleLbl="revTx" presStyleIdx="4" presStyleCnt="6"/>
      <dgm:spPr/>
    </dgm:pt>
    <dgm:pt modelId="{66B246D9-EE08-4649-AC2D-FD4FBCED2984}" type="pres">
      <dgm:prSet presAssocID="{43B77A7C-7AC5-41B4-A296-40775A5441DB}" presName="vert1" presStyleCnt="0"/>
      <dgm:spPr/>
    </dgm:pt>
    <dgm:pt modelId="{83DF20BC-1FE9-40A5-81F3-BE4B0A0DA611}" type="pres">
      <dgm:prSet presAssocID="{A5E42214-582B-42FA-AE91-0AF55BEF4D1C}" presName="thickLine" presStyleLbl="alignNode1" presStyleIdx="5" presStyleCnt="6"/>
      <dgm:spPr/>
    </dgm:pt>
    <dgm:pt modelId="{1992BE09-F073-4A03-89A1-B2E9E7DF03D2}" type="pres">
      <dgm:prSet presAssocID="{A5E42214-582B-42FA-AE91-0AF55BEF4D1C}" presName="horz1" presStyleCnt="0"/>
      <dgm:spPr/>
    </dgm:pt>
    <dgm:pt modelId="{F1BA7D8D-6FF6-4859-B30E-2007BC8ED850}" type="pres">
      <dgm:prSet presAssocID="{A5E42214-582B-42FA-AE91-0AF55BEF4D1C}" presName="tx1" presStyleLbl="revTx" presStyleIdx="5" presStyleCnt="6"/>
      <dgm:spPr/>
    </dgm:pt>
    <dgm:pt modelId="{CA3963BE-B374-4435-B79C-A87DC3AE3F49}" type="pres">
      <dgm:prSet presAssocID="{A5E42214-582B-42FA-AE91-0AF55BEF4D1C}" presName="vert1" presStyleCnt="0"/>
      <dgm:spPr/>
    </dgm:pt>
  </dgm:ptLst>
  <dgm:cxnLst>
    <dgm:cxn modelId="{EE0C1E0E-5B79-4FF2-B793-E26C6B8905C2}" type="presOf" srcId="{43B77A7C-7AC5-41B4-A296-40775A5441DB}" destId="{227270C1-1538-4D7B-9D72-FC440CF08378}" srcOrd="0" destOrd="0" presId="urn:microsoft.com/office/officeart/2008/layout/LinedList"/>
    <dgm:cxn modelId="{C0129A13-EB7E-4773-9916-B9E5329AE353}" type="presOf" srcId="{6DB016D3-304F-4632-80BE-E3E452664E71}" destId="{1B859B28-8120-4FD2-A383-94BF859E3252}" srcOrd="0" destOrd="0" presId="urn:microsoft.com/office/officeart/2008/layout/LinedList"/>
    <dgm:cxn modelId="{8686B02A-1590-40C6-9B83-D22E7AEB508D}" srcId="{6DB016D3-304F-4632-80BE-E3E452664E71}" destId="{B346540C-20D4-4E4A-86D9-0F07F1AE5171}" srcOrd="2" destOrd="0" parTransId="{696EF8C6-2348-4BC4-9CD1-75B5C18DCAA7}" sibTransId="{181D12CB-9028-425C-8D17-17780D6DFB83}"/>
    <dgm:cxn modelId="{1CE0ED34-5AE1-45B5-AF55-F4843E3D7DC7}" srcId="{6DB016D3-304F-4632-80BE-E3E452664E71}" destId="{BF347D66-5DCF-44F4-962F-FA853054A5AE}" srcOrd="3" destOrd="0" parTransId="{0DC258CB-2A01-431A-A888-7F1E12B781DD}" sibTransId="{44133E34-6878-40F1-B21D-A8E24388F727}"/>
    <dgm:cxn modelId="{58F5FB38-43EB-4CE7-AB70-BC41E7BF4943}" type="presOf" srcId="{BF347D66-5DCF-44F4-962F-FA853054A5AE}" destId="{D55A5682-F44C-48B4-A870-294FDA113E7F}" srcOrd="0" destOrd="0" presId="urn:microsoft.com/office/officeart/2008/layout/LinedList"/>
    <dgm:cxn modelId="{4B144967-88B9-46C2-83B9-A56A25583CD6}" type="presOf" srcId="{A5E42214-582B-42FA-AE91-0AF55BEF4D1C}" destId="{F1BA7D8D-6FF6-4859-B30E-2007BC8ED850}" srcOrd="0" destOrd="0" presId="urn:microsoft.com/office/officeart/2008/layout/LinedList"/>
    <dgm:cxn modelId="{FE15B986-8D32-434E-8A3D-62A1909BA60A}" srcId="{6DB016D3-304F-4632-80BE-E3E452664E71}" destId="{A5E42214-582B-42FA-AE91-0AF55BEF4D1C}" srcOrd="5" destOrd="0" parTransId="{5ABD650B-DA61-4DD4-957D-FF0578C4DE06}" sibTransId="{FF83EE57-A046-47A5-BB2A-E78991A98DB1}"/>
    <dgm:cxn modelId="{7F0179A1-0B80-4228-9EA4-AF54545A271F}" srcId="{6DB016D3-304F-4632-80BE-E3E452664E71}" destId="{D839D106-7912-4BF3-868C-9A2C31733628}" srcOrd="0" destOrd="0" parTransId="{922E4106-769D-451D-BE33-7038D616AB40}" sibTransId="{502C85F7-BE8A-4649-B7A8-A57034338F16}"/>
    <dgm:cxn modelId="{1D89DBA7-5711-453B-9803-10D842C4DBBA}" type="presOf" srcId="{D839D106-7912-4BF3-868C-9A2C31733628}" destId="{05A2CA2E-0C15-4FCD-8865-6829177AA4F8}" srcOrd="0" destOrd="0" presId="urn:microsoft.com/office/officeart/2008/layout/LinedList"/>
    <dgm:cxn modelId="{4AB405C2-ADE1-455E-A752-0792F79B3934}" srcId="{6DB016D3-304F-4632-80BE-E3E452664E71}" destId="{F76A13AB-902F-4E73-B2AF-8BE0E35ABA3C}" srcOrd="1" destOrd="0" parTransId="{3B5C2362-2CB5-4889-96F7-78E5C8F205A0}" sibTransId="{8299795D-83C0-4AF0-AEFD-33FD72F7D8B2}"/>
    <dgm:cxn modelId="{B04FCAE3-FBE6-42FF-91E3-A5C8283412A7}" type="presOf" srcId="{F76A13AB-902F-4E73-B2AF-8BE0E35ABA3C}" destId="{B676AEE3-DEE0-4E50-B033-967DDCB2F1CC}" srcOrd="0" destOrd="0" presId="urn:microsoft.com/office/officeart/2008/layout/LinedList"/>
    <dgm:cxn modelId="{37F35FE9-BC06-4985-AD63-DB7E6E36353A}" srcId="{6DB016D3-304F-4632-80BE-E3E452664E71}" destId="{43B77A7C-7AC5-41B4-A296-40775A5441DB}" srcOrd="4" destOrd="0" parTransId="{35E4B068-2DC4-4E97-B19F-47E6F00019A2}" sibTransId="{45AE2016-5989-422A-9505-06392DB4C88E}"/>
    <dgm:cxn modelId="{ACE9C5FA-BC90-4F9C-88C9-3A920ED8AAE3}" type="presOf" srcId="{B346540C-20D4-4E4A-86D9-0F07F1AE5171}" destId="{DD5FCCBE-1955-4FC0-894C-00AD33FF4B70}" srcOrd="0" destOrd="0" presId="urn:microsoft.com/office/officeart/2008/layout/LinedList"/>
    <dgm:cxn modelId="{7E9C1DF1-5262-4D32-B4F0-8D459FFDB8E2}" type="presParOf" srcId="{1B859B28-8120-4FD2-A383-94BF859E3252}" destId="{A8D0B169-9919-4B2F-B21B-9E0AE19E7B0D}" srcOrd="0" destOrd="0" presId="urn:microsoft.com/office/officeart/2008/layout/LinedList"/>
    <dgm:cxn modelId="{2AA1B117-51B6-4EFA-BCC3-0F9C95D827FA}" type="presParOf" srcId="{1B859B28-8120-4FD2-A383-94BF859E3252}" destId="{07D9FD40-9670-4F7B-928F-8B080720E4C9}" srcOrd="1" destOrd="0" presId="urn:microsoft.com/office/officeart/2008/layout/LinedList"/>
    <dgm:cxn modelId="{491C8C45-D6CE-4D5F-B55B-C19CC2E4995D}" type="presParOf" srcId="{07D9FD40-9670-4F7B-928F-8B080720E4C9}" destId="{05A2CA2E-0C15-4FCD-8865-6829177AA4F8}" srcOrd="0" destOrd="0" presId="urn:microsoft.com/office/officeart/2008/layout/LinedList"/>
    <dgm:cxn modelId="{4E5B2B09-A41F-4BED-9A06-654A2D797D7B}" type="presParOf" srcId="{07D9FD40-9670-4F7B-928F-8B080720E4C9}" destId="{05A29073-D468-4AA3-9117-CEA374DB33D3}" srcOrd="1" destOrd="0" presId="urn:microsoft.com/office/officeart/2008/layout/LinedList"/>
    <dgm:cxn modelId="{727DA1C7-51BB-4AE8-A8C9-451E7B5FF2ED}" type="presParOf" srcId="{1B859B28-8120-4FD2-A383-94BF859E3252}" destId="{D728E88C-C12D-4CD0-B5D8-F47CE203D5C9}" srcOrd="2" destOrd="0" presId="urn:microsoft.com/office/officeart/2008/layout/LinedList"/>
    <dgm:cxn modelId="{2498CDB6-7D62-4519-98F9-47BABA4CCA66}" type="presParOf" srcId="{1B859B28-8120-4FD2-A383-94BF859E3252}" destId="{6E5935C9-B0B2-486A-9436-FD0D8BFE15FC}" srcOrd="3" destOrd="0" presId="urn:microsoft.com/office/officeart/2008/layout/LinedList"/>
    <dgm:cxn modelId="{3FF33FAB-0C9A-402D-863D-27ECA8FDF100}" type="presParOf" srcId="{6E5935C9-B0B2-486A-9436-FD0D8BFE15FC}" destId="{B676AEE3-DEE0-4E50-B033-967DDCB2F1CC}" srcOrd="0" destOrd="0" presId="urn:microsoft.com/office/officeart/2008/layout/LinedList"/>
    <dgm:cxn modelId="{EC54CFA4-AAC2-4C99-8BBC-D259549ECFA7}" type="presParOf" srcId="{6E5935C9-B0B2-486A-9436-FD0D8BFE15FC}" destId="{CCA25B34-202E-4EF0-88A5-DB06AA1CA0DC}" srcOrd="1" destOrd="0" presId="urn:microsoft.com/office/officeart/2008/layout/LinedList"/>
    <dgm:cxn modelId="{97404DFD-6CB3-4FF1-B467-9E472B0FB449}" type="presParOf" srcId="{1B859B28-8120-4FD2-A383-94BF859E3252}" destId="{5713EDE5-0946-41B8-9C59-2AFDA820B109}" srcOrd="4" destOrd="0" presId="urn:microsoft.com/office/officeart/2008/layout/LinedList"/>
    <dgm:cxn modelId="{A36497F4-9C87-45E2-8FFA-C2FE8F6F4F4F}" type="presParOf" srcId="{1B859B28-8120-4FD2-A383-94BF859E3252}" destId="{59514015-EE6A-4289-92F6-5202BE0E3270}" srcOrd="5" destOrd="0" presId="urn:microsoft.com/office/officeart/2008/layout/LinedList"/>
    <dgm:cxn modelId="{24342572-6872-4C6E-9AF9-BA75753FF95E}" type="presParOf" srcId="{59514015-EE6A-4289-92F6-5202BE0E3270}" destId="{DD5FCCBE-1955-4FC0-894C-00AD33FF4B70}" srcOrd="0" destOrd="0" presId="urn:microsoft.com/office/officeart/2008/layout/LinedList"/>
    <dgm:cxn modelId="{E7BF9898-DC42-45C3-A9E6-092E19814DD6}" type="presParOf" srcId="{59514015-EE6A-4289-92F6-5202BE0E3270}" destId="{DF618FEA-C50C-4E7F-8B08-FB1608D65B2F}" srcOrd="1" destOrd="0" presId="urn:microsoft.com/office/officeart/2008/layout/LinedList"/>
    <dgm:cxn modelId="{FE705E81-6DC2-4307-8F8D-C84BD8C572E5}" type="presParOf" srcId="{1B859B28-8120-4FD2-A383-94BF859E3252}" destId="{6F7DD741-2F0E-4CE0-A706-7BEF4A0920A8}" srcOrd="6" destOrd="0" presId="urn:microsoft.com/office/officeart/2008/layout/LinedList"/>
    <dgm:cxn modelId="{931EEF54-4FC2-4792-80A2-BFC0862E2E60}" type="presParOf" srcId="{1B859B28-8120-4FD2-A383-94BF859E3252}" destId="{73856EEF-898E-498A-81E4-957878B09741}" srcOrd="7" destOrd="0" presId="urn:microsoft.com/office/officeart/2008/layout/LinedList"/>
    <dgm:cxn modelId="{B78B3D32-8A8A-40CC-8F08-2BAB6AC737B3}" type="presParOf" srcId="{73856EEF-898E-498A-81E4-957878B09741}" destId="{D55A5682-F44C-48B4-A870-294FDA113E7F}" srcOrd="0" destOrd="0" presId="urn:microsoft.com/office/officeart/2008/layout/LinedList"/>
    <dgm:cxn modelId="{10181967-5A90-4559-8C13-D6EDE953DAEE}" type="presParOf" srcId="{73856EEF-898E-498A-81E4-957878B09741}" destId="{C26573BF-92A5-4274-AB99-17458B208182}" srcOrd="1" destOrd="0" presId="urn:microsoft.com/office/officeart/2008/layout/LinedList"/>
    <dgm:cxn modelId="{C7A52087-79C6-4373-AD85-F37FAF2F8FF2}" type="presParOf" srcId="{1B859B28-8120-4FD2-A383-94BF859E3252}" destId="{A5EDB2C7-D020-4850-8413-45E36DE5F8DF}" srcOrd="8" destOrd="0" presId="urn:microsoft.com/office/officeart/2008/layout/LinedList"/>
    <dgm:cxn modelId="{ED6C9D45-E9C8-471C-B6B6-F54953C70943}" type="presParOf" srcId="{1B859B28-8120-4FD2-A383-94BF859E3252}" destId="{3D7D0CC7-3FC5-4295-BA4D-0C5A8C0A9F2B}" srcOrd="9" destOrd="0" presId="urn:microsoft.com/office/officeart/2008/layout/LinedList"/>
    <dgm:cxn modelId="{896712B9-39E7-4ABA-8398-307F9539B482}" type="presParOf" srcId="{3D7D0CC7-3FC5-4295-BA4D-0C5A8C0A9F2B}" destId="{227270C1-1538-4D7B-9D72-FC440CF08378}" srcOrd="0" destOrd="0" presId="urn:microsoft.com/office/officeart/2008/layout/LinedList"/>
    <dgm:cxn modelId="{305BD83E-58C7-4FC7-852B-BCB142087FE7}" type="presParOf" srcId="{3D7D0CC7-3FC5-4295-BA4D-0C5A8C0A9F2B}" destId="{66B246D9-EE08-4649-AC2D-FD4FBCED2984}" srcOrd="1" destOrd="0" presId="urn:microsoft.com/office/officeart/2008/layout/LinedList"/>
    <dgm:cxn modelId="{9377B5F4-114B-4920-A226-4655311D76C1}" type="presParOf" srcId="{1B859B28-8120-4FD2-A383-94BF859E3252}" destId="{83DF20BC-1FE9-40A5-81F3-BE4B0A0DA611}" srcOrd="10" destOrd="0" presId="urn:microsoft.com/office/officeart/2008/layout/LinedList"/>
    <dgm:cxn modelId="{F900C8B8-BC96-4A4F-BF15-19ECFF6BA6AD}" type="presParOf" srcId="{1B859B28-8120-4FD2-A383-94BF859E3252}" destId="{1992BE09-F073-4A03-89A1-B2E9E7DF03D2}" srcOrd="11" destOrd="0" presId="urn:microsoft.com/office/officeart/2008/layout/LinedList"/>
    <dgm:cxn modelId="{5ED43FB7-6E8A-4539-85EF-760A80F3FFDA}" type="presParOf" srcId="{1992BE09-F073-4A03-89A1-B2E9E7DF03D2}" destId="{F1BA7D8D-6FF6-4859-B30E-2007BC8ED850}" srcOrd="0" destOrd="0" presId="urn:microsoft.com/office/officeart/2008/layout/LinedList"/>
    <dgm:cxn modelId="{F325514E-32A7-4F1E-8F49-D8613A37A404}" type="presParOf" srcId="{1992BE09-F073-4A03-89A1-B2E9E7DF03D2}" destId="{CA3963BE-B374-4435-B79C-A87DC3AE3F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23486-8B7D-427C-8119-419D6CCD2DE4}">
      <dsp:nvSpPr>
        <dsp:cNvPr id="0" name=""/>
        <dsp:cNvSpPr/>
      </dsp:nvSpPr>
      <dsp:spPr>
        <a:xfrm>
          <a:off x="0" y="3568"/>
          <a:ext cx="4724386" cy="1570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2C1CEE-C82A-441D-BE5E-6CD1F3A79A59}">
      <dsp:nvSpPr>
        <dsp:cNvPr id="0" name=""/>
        <dsp:cNvSpPr/>
      </dsp:nvSpPr>
      <dsp:spPr>
        <a:xfrm>
          <a:off x="475039" y="356903"/>
          <a:ext cx="864552" cy="863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DF353-DB71-41BD-B950-47DF03244CC7}">
      <dsp:nvSpPr>
        <dsp:cNvPr id="0" name=""/>
        <dsp:cNvSpPr/>
      </dsp:nvSpPr>
      <dsp:spPr>
        <a:xfrm>
          <a:off x="1814631" y="3568"/>
          <a:ext cx="2854791" cy="1668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586" tIns="176586" rIns="176586" bIns="1765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While traditional AI excels at object detection, it often fails to distinguish between different creation modalities like photographs, drawings, and 3D renders.</a:t>
          </a:r>
        </a:p>
      </dsp:txBody>
      <dsp:txXfrm>
        <a:off x="1814631" y="3568"/>
        <a:ext cx="2854791" cy="1668527"/>
      </dsp:txXfrm>
    </dsp:sp>
    <dsp:sp modelId="{B7BB8C23-362A-4C61-A275-7A1F3FD48E3B}">
      <dsp:nvSpPr>
        <dsp:cNvPr id="0" name=""/>
        <dsp:cNvSpPr/>
      </dsp:nvSpPr>
      <dsp:spPr>
        <a:xfrm>
          <a:off x="0" y="2089227"/>
          <a:ext cx="4724386" cy="1570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05A25E-D32C-4E91-91FC-43165FD5C991}">
      <dsp:nvSpPr>
        <dsp:cNvPr id="0" name=""/>
        <dsp:cNvSpPr/>
      </dsp:nvSpPr>
      <dsp:spPr>
        <a:xfrm>
          <a:off x="475039" y="2442562"/>
          <a:ext cx="864552" cy="863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719E7-B197-4A19-B107-E472F9C7EDFA}">
      <dsp:nvSpPr>
        <dsp:cNvPr id="0" name=""/>
        <dsp:cNvSpPr/>
      </dsp:nvSpPr>
      <dsp:spPr>
        <a:xfrm>
          <a:off x="1814631" y="2089227"/>
          <a:ext cx="2854791" cy="1668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586" tIns="176586" rIns="176586" bIns="1765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Our project addresses this gap by leveraging visual and spectral analysis to automatically classify images into </a:t>
          </a:r>
          <a:r>
            <a:rPr lang="en-US" sz="1400" b="1" kern="1200"/>
            <a:t>Real</a:t>
          </a:r>
          <a:r>
            <a:rPr lang="en-US" sz="1400" kern="1200"/>
            <a:t>, </a:t>
          </a:r>
          <a:r>
            <a:rPr lang="en-US" sz="1400" b="1" kern="1200"/>
            <a:t>2D</a:t>
          </a:r>
          <a:r>
            <a:rPr lang="en-US" sz="1400" kern="1200"/>
            <a:t>, and </a:t>
          </a:r>
          <a:r>
            <a:rPr lang="en-US" sz="1400" b="1" kern="1200"/>
            <a:t>3D</a:t>
          </a:r>
          <a:r>
            <a:rPr lang="en-US" sz="1400" kern="1200"/>
            <a:t> categories.</a:t>
          </a:r>
        </a:p>
      </dsp:txBody>
      <dsp:txXfrm>
        <a:off x="1814631" y="2089227"/>
        <a:ext cx="2854791" cy="1668527"/>
      </dsp:txXfrm>
    </dsp:sp>
    <dsp:sp modelId="{81D77FAA-D24E-42BD-B57C-1A55304E8014}">
      <dsp:nvSpPr>
        <dsp:cNvPr id="0" name=""/>
        <dsp:cNvSpPr/>
      </dsp:nvSpPr>
      <dsp:spPr>
        <a:xfrm>
          <a:off x="0" y="4174886"/>
          <a:ext cx="4724386" cy="1570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9DE0A7-C27F-47FE-9E3E-71A641B0CF97}">
      <dsp:nvSpPr>
        <dsp:cNvPr id="0" name=""/>
        <dsp:cNvSpPr/>
      </dsp:nvSpPr>
      <dsp:spPr>
        <a:xfrm>
          <a:off x="475503" y="4528221"/>
          <a:ext cx="864552" cy="863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A3C36-D179-4396-8C52-8C1F3A1AEF06}">
      <dsp:nvSpPr>
        <dsp:cNvPr id="0" name=""/>
        <dsp:cNvSpPr/>
      </dsp:nvSpPr>
      <dsp:spPr>
        <a:xfrm>
          <a:off x="1815560" y="4174886"/>
          <a:ext cx="2795353" cy="1668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586" tIns="176586" rIns="176586" bIns="1765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This solution is essential for </a:t>
          </a:r>
          <a:r>
            <a:rPr lang="en-US" sz="1400" b="1" kern="1200" dirty="0"/>
            <a:t>Automated Dataset Curation</a:t>
          </a:r>
          <a:r>
            <a:rPr lang="en-US" sz="1400" kern="1200" dirty="0"/>
            <a:t>, ensuring high-quality training data, and for enabling efficient style-based organization in </a:t>
          </a:r>
          <a:r>
            <a:rPr lang="en-US" sz="1400" b="1" kern="1200" dirty="0"/>
            <a:t>Digital Asset Management</a:t>
          </a:r>
          <a:r>
            <a:rPr lang="en-US" sz="1400" kern="1200" dirty="0"/>
            <a:t> systems.</a:t>
          </a:r>
        </a:p>
      </dsp:txBody>
      <dsp:txXfrm>
        <a:off x="1815560" y="4174886"/>
        <a:ext cx="2795353" cy="16685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0D5E6-9D17-47E1-A8D9-1E663D4EF23B}">
      <dsp:nvSpPr>
        <dsp:cNvPr id="0" name=""/>
        <dsp:cNvSpPr/>
      </dsp:nvSpPr>
      <dsp:spPr>
        <a:xfrm>
          <a:off x="0" y="3386"/>
          <a:ext cx="7674102" cy="721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E65B16-B7BD-48A1-837F-907A63C74A93}">
      <dsp:nvSpPr>
        <dsp:cNvPr id="0" name=""/>
        <dsp:cNvSpPr/>
      </dsp:nvSpPr>
      <dsp:spPr>
        <a:xfrm>
          <a:off x="218177" y="165666"/>
          <a:ext cx="396686" cy="3966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4F02C-14D1-4F55-A1A5-90E2C5E2B176}">
      <dsp:nvSpPr>
        <dsp:cNvPr id="0" name=""/>
        <dsp:cNvSpPr/>
      </dsp:nvSpPr>
      <dsp:spPr>
        <a:xfrm>
          <a:off x="833040" y="3386"/>
          <a:ext cx="6841061" cy="721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2" tIns="76332" rIns="76332" bIns="763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Balanced Dataset (1,000 per class):</a:t>
          </a:r>
        </a:p>
      </dsp:txBody>
      <dsp:txXfrm>
        <a:off x="833040" y="3386"/>
        <a:ext cx="6841061" cy="721247"/>
      </dsp:txXfrm>
    </dsp:sp>
    <dsp:sp modelId="{4BE2A93B-43B8-4DCA-BBD5-733401EE356A}">
      <dsp:nvSpPr>
        <dsp:cNvPr id="0" name=""/>
        <dsp:cNvSpPr/>
      </dsp:nvSpPr>
      <dsp:spPr>
        <a:xfrm>
          <a:off x="0" y="904945"/>
          <a:ext cx="7674102" cy="721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9EF676-0228-4283-9AA7-B55B96F3A9CF}">
      <dsp:nvSpPr>
        <dsp:cNvPr id="0" name=""/>
        <dsp:cNvSpPr/>
      </dsp:nvSpPr>
      <dsp:spPr>
        <a:xfrm>
          <a:off x="218177" y="1067225"/>
          <a:ext cx="396686" cy="3966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11283-2709-45D7-A266-67776DAEC68A}">
      <dsp:nvSpPr>
        <dsp:cNvPr id="0" name=""/>
        <dsp:cNvSpPr/>
      </dsp:nvSpPr>
      <dsp:spPr>
        <a:xfrm>
          <a:off x="833040" y="904945"/>
          <a:ext cx="6841061" cy="721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2" tIns="76332" rIns="76332" bIns="763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Class 0: REAL (1,000 images)</a:t>
          </a:r>
        </a:p>
      </dsp:txBody>
      <dsp:txXfrm>
        <a:off x="833040" y="904945"/>
        <a:ext cx="6841061" cy="721247"/>
      </dsp:txXfrm>
    </dsp:sp>
    <dsp:sp modelId="{0B2BBDAE-D25B-4D54-A3B2-8E0E7C6E1F87}">
      <dsp:nvSpPr>
        <dsp:cNvPr id="0" name=""/>
        <dsp:cNvSpPr/>
      </dsp:nvSpPr>
      <dsp:spPr>
        <a:xfrm>
          <a:off x="0" y="1806504"/>
          <a:ext cx="7674102" cy="721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B5363-AF02-47DC-811F-1FE9FF4901A0}">
      <dsp:nvSpPr>
        <dsp:cNvPr id="0" name=""/>
        <dsp:cNvSpPr/>
      </dsp:nvSpPr>
      <dsp:spPr>
        <a:xfrm>
          <a:off x="218177" y="1968784"/>
          <a:ext cx="396686" cy="3966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13D86-C36B-4815-8575-2B3CC70E44DB}">
      <dsp:nvSpPr>
        <dsp:cNvPr id="0" name=""/>
        <dsp:cNvSpPr/>
      </dsp:nvSpPr>
      <dsp:spPr>
        <a:xfrm>
          <a:off x="833040" y="1806504"/>
          <a:ext cx="6841061" cy="721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2" tIns="76332" rIns="76332" bIns="763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Class 1:</a:t>
          </a:r>
          <a:r>
            <a:rPr lang="he-IL" sz="1900" kern="1200" dirty="0"/>
            <a:t> </a:t>
          </a:r>
          <a:r>
            <a:rPr lang="en-US" sz="1900" kern="1200" dirty="0"/>
            <a:t>2D (1,000 images)</a:t>
          </a:r>
        </a:p>
      </dsp:txBody>
      <dsp:txXfrm>
        <a:off x="833040" y="1806504"/>
        <a:ext cx="6841061" cy="721247"/>
      </dsp:txXfrm>
    </dsp:sp>
    <dsp:sp modelId="{7ABF7EDC-37EC-4631-B8F5-30F2F971804C}">
      <dsp:nvSpPr>
        <dsp:cNvPr id="0" name=""/>
        <dsp:cNvSpPr/>
      </dsp:nvSpPr>
      <dsp:spPr>
        <a:xfrm>
          <a:off x="0" y="2708063"/>
          <a:ext cx="7674102" cy="721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928A5-F7F5-48B7-97F4-5B450F45691B}">
      <dsp:nvSpPr>
        <dsp:cNvPr id="0" name=""/>
        <dsp:cNvSpPr/>
      </dsp:nvSpPr>
      <dsp:spPr>
        <a:xfrm>
          <a:off x="218177" y="2870344"/>
          <a:ext cx="396686" cy="3966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9FF5D-130D-4FEC-9575-98D87DDECF45}">
      <dsp:nvSpPr>
        <dsp:cNvPr id="0" name=""/>
        <dsp:cNvSpPr/>
      </dsp:nvSpPr>
      <dsp:spPr>
        <a:xfrm>
          <a:off x="833040" y="2708063"/>
          <a:ext cx="6841061" cy="721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2" tIns="76332" rIns="76332" bIns="763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Class 2: 3D CGI (1,000 images)</a:t>
          </a:r>
          <a:r>
            <a:rPr lang="he-IL" sz="1900" kern="1200" dirty="0"/>
            <a:t> </a:t>
          </a:r>
          <a:endParaRPr lang="en-US" sz="1900" kern="1200" dirty="0"/>
        </a:p>
      </dsp:txBody>
      <dsp:txXfrm>
        <a:off x="833040" y="2708063"/>
        <a:ext cx="6841061" cy="721247"/>
      </dsp:txXfrm>
    </dsp:sp>
    <dsp:sp modelId="{BA6F6BE6-41DD-4183-8CDF-F316C55C8EFB}">
      <dsp:nvSpPr>
        <dsp:cNvPr id="0" name=""/>
        <dsp:cNvSpPr/>
      </dsp:nvSpPr>
      <dsp:spPr>
        <a:xfrm>
          <a:off x="0" y="3609622"/>
          <a:ext cx="7674102" cy="721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9270E7-3345-49EE-8AF8-045D3069524F}">
      <dsp:nvSpPr>
        <dsp:cNvPr id="0" name=""/>
        <dsp:cNvSpPr/>
      </dsp:nvSpPr>
      <dsp:spPr>
        <a:xfrm>
          <a:off x="218177" y="3771903"/>
          <a:ext cx="396686" cy="3966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6ECACD-F279-4C3D-899F-C51FF2011A3A}">
      <dsp:nvSpPr>
        <dsp:cNvPr id="0" name=""/>
        <dsp:cNvSpPr/>
      </dsp:nvSpPr>
      <dsp:spPr>
        <a:xfrm>
          <a:off x="833040" y="3609622"/>
          <a:ext cx="6841061" cy="721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32" tIns="76332" rIns="76332" bIns="763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 Preprocessing:  Crop, Resize to 224x224, Normalization.</a:t>
          </a:r>
        </a:p>
      </dsp:txBody>
      <dsp:txXfrm>
        <a:off x="833040" y="3609622"/>
        <a:ext cx="6841061" cy="7212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1A5F4-B8A6-43A0-8564-99AA5F22FB4E}">
      <dsp:nvSpPr>
        <dsp:cNvPr id="0" name=""/>
        <dsp:cNvSpPr/>
      </dsp:nvSpPr>
      <dsp:spPr>
        <a:xfrm>
          <a:off x="803067" y="604218"/>
          <a:ext cx="975209" cy="975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55E1B-9DD9-4F66-B8B9-EED6BC8DE59A}">
      <dsp:nvSpPr>
        <dsp:cNvPr id="0" name=""/>
        <dsp:cNvSpPr/>
      </dsp:nvSpPr>
      <dsp:spPr>
        <a:xfrm>
          <a:off x="207105" y="2048425"/>
          <a:ext cx="2167131" cy="1681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 don't just look at pixels; we look at signal frequencies</a:t>
          </a:r>
        </a:p>
      </dsp:txBody>
      <dsp:txXfrm>
        <a:off x="207105" y="2048425"/>
        <a:ext cx="2167131" cy="1681611"/>
      </dsp:txXfrm>
    </dsp:sp>
    <dsp:sp modelId="{761C28D9-49B5-4D94-B9A9-12A1B93FA03C}">
      <dsp:nvSpPr>
        <dsp:cNvPr id="0" name=""/>
        <dsp:cNvSpPr/>
      </dsp:nvSpPr>
      <dsp:spPr>
        <a:xfrm>
          <a:off x="3349446" y="604218"/>
          <a:ext cx="975209" cy="975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FACA2-3714-42AF-A857-0A3B77868D2D}">
      <dsp:nvSpPr>
        <dsp:cNvPr id="0" name=""/>
        <dsp:cNvSpPr/>
      </dsp:nvSpPr>
      <dsp:spPr>
        <a:xfrm>
          <a:off x="2753485" y="2048425"/>
          <a:ext cx="2167131" cy="1681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Spatial Stream (RGB): Analyzes visual textures (Skin, Eyes). Uses EfficientNet-B0</a:t>
          </a:r>
        </a:p>
      </dsp:txBody>
      <dsp:txXfrm>
        <a:off x="2753485" y="2048425"/>
        <a:ext cx="2167131" cy="1681611"/>
      </dsp:txXfrm>
    </dsp:sp>
    <dsp:sp modelId="{22B60E80-60CB-4670-9C5A-46857E8559A8}">
      <dsp:nvSpPr>
        <dsp:cNvPr id="0" name=""/>
        <dsp:cNvSpPr/>
      </dsp:nvSpPr>
      <dsp:spPr>
        <a:xfrm>
          <a:off x="5895825" y="604218"/>
          <a:ext cx="975209" cy="975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D3C04-5BAB-4CEE-815B-A890E3A9AA98}">
      <dsp:nvSpPr>
        <dsp:cNvPr id="0" name=""/>
        <dsp:cNvSpPr/>
      </dsp:nvSpPr>
      <dsp:spPr>
        <a:xfrm>
          <a:off x="5299864" y="2048425"/>
          <a:ext cx="2167131" cy="1681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Frequency Stream (FFT): Converts image to frequency domain to find hidden artifacts. Uses ResNet18</a:t>
          </a:r>
        </a:p>
      </dsp:txBody>
      <dsp:txXfrm>
        <a:off x="5299864" y="2048425"/>
        <a:ext cx="2167131" cy="16816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A8C3C-2EEC-4F17-AA25-7849F032E763}">
      <dsp:nvSpPr>
        <dsp:cNvPr id="0" name=""/>
        <dsp:cNvSpPr/>
      </dsp:nvSpPr>
      <dsp:spPr>
        <a:xfrm>
          <a:off x="2584911" y="612899"/>
          <a:ext cx="4710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1085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7911" y="656108"/>
        <a:ext cx="25084" cy="5021"/>
      </dsp:txXfrm>
    </dsp:sp>
    <dsp:sp modelId="{6DF1B1DC-70FE-4034-9F3D-71E72AAC33C3}">
      <dsp:nvSpPr>
        <dsp:cNvPr id="0" name=""/>
        <dsp:cNvSpPr/>
      </dsp:nvSpPr>
      <dsp:spPr>
        <a:xfrm>
          <a:off x="405470" y="4246"/>
          <a:ext cx="2181240" cy="13087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883" tIns="112192" rIns="106883" bIns="1121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Model Backbone: EfficientNet-B0</a:t>
          </a:r>
          <a:endParaRPr lang="en-US" sz="1200" kern="1200"/>
        </a:p>
      </dsp:txBody>
      <dsp:txXfrm>
        <a:off x="405470" y="4246"/>
        <a:ext cx="2181240" cy="1308744"/>
      </dsp:txXfrm>
    </dsp:sp>
    <dsp:sp modelId="{D0C8A16E-5B26-44CC-A07F-722E0994E367}">
      <dsp:nvSpPr>
        <dsp:cNvPr id="0" name=""/>
        <dsp:cNvSpPr/>
      </dsp:nvSpPr>
      <dsp:spPr>
        <a:xfrm>
          <a:off x="5267837" y="612899"/>
          <a:ext cx="4599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7058" y="45720"/>
              </a:lnTo>
              <a:lnTo>
                <a:pt x="247058" y="123838"/>
              </a:lnTo>
              <a:lnTo>
                <a:pt x="459917" y="123838"/>
              </a:lnTo>
            </a:path>
          </a:pathLst>
        </a:custGeom>
        <a:noFill/>
        <a:ln w="9525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85378" y="656108"/>
        <a:ext cx="24834" cy="5021"/>
      </dsp:txXfrm>
    </dsp:sp>
    <dsp:sp modelId="{92CFF973-98B8-4270-B7CF-393D948ED83F}">
      <dsp:nvSpPr>
        <dsp:cNvPr id="0" name=""/>
        <dsp:cNvSpPr/>
      </dsp:nvSpPr>
      <dsp:spPr>
        <a:xfrm>
          <a:off x="3088396" y="4246"/>
          <a:ext cx="2181240" cy="1308744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883" tIns="112192" rIns="106883" bIns="1121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Core Architecture:</a:t>
          </a:r>
          <a:r>
            <a:rPr lang="en-US" sz="1200" kern="1200"/>
            <a:t> Utilizes a pre-trained </a:t>
          </a:r>
          <a:r>
            <a:rPr lang="en-US" sz="1200" b="1" kern="1200"/>
            <a:t>EfficientNet-B0</a:t>
          </a:r>
          <a:r>
            <a:rPr lang="en-US" sz="1200" kern="1200"/>
            <a:t> (trained on ImageNet) as the primary feature extractor.</a:t>
          </a:r>
        </a:p>
      </dsp:txBody>
      <dsp:txXfrm>
        <a:off x="3088396" y="4246"/>
        <a:ext cx="2181240" cy="1308744"/>
      </dsp:txXfrm>
    </dsp:sp>
    <dsp:sp modelId="{09F6DE6E-B68D-4854-9018-7EF08EC81AA2}">
      <dsp:nvSpPr>
        <dsp:cNvPr id="0" name=""/>
        <dsp:cNvSpPr/>
      </dsp:nvSpPr>
      <dsp:spPr>
        <a:xfrm>
          <a:off x="1496090" y="1389310"/>
          <a:ext cx="5354684" cy="392966"/>
        </a:xfrm>
        <a:custGeom>
          <a:avLst/>
          <a:gdLst/>
          <a:ahLst/>
          <a:cxnLst/>
          <a:rect l="0" t="0" r="0" b="0"/>
          <a:pathLst>
            <a:path>
              <a:moveTo>
                <a:pt x="5354684" y="0"/>
              </a:moveTo>
              <a:lnTo>
                <a:pt x="5354684" y="213583"/>
              </a:lnTo>
              <a:lnTo>
                <a:pt x="0" y="213583"/>
              </a:lnTo>
              <a:lnTo>
                <a:pt x="0" y="392966"/>
              </a:lnTo>
            </a:path>
          </a:pathLst>
        </a:custGeom>
        <a:noFill/>
        <a:ln w="9525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9147" y="1583282"/>
        <a:ext cx="268570" cy="5021"/>
      </dsp:txXfrm>
    </dsp:sp>
    <dsp:sp modelId="{AAF6AA33-80F4-402E-A5C2-09AD5188A5A5}">
      <dsp:nvSpPr>
        <dsp:cNvPr id="0" name=""/>
        <dsp:cNvSpPr/>
      </dsp:nvSpPr>
      <dsp:spPr>
        <a:xfrm>
          <a:off x="5760154" y="82365"/>
          <a:ext cx="2181240" cy="1308744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883" tIns="112192" rIns="106883" bIns="1121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EfficientNet</a:t>
          </a:r>
          <a:r>
            <a:rPr lang="en-US" sz="1200" kern="1200" dirty="0"/>
            <a:t> Optimized for high accuracy with lower computational cost, capable of detecting subtle texture anomalies (e.g., pixel noise vs. smooth render) that distinguish Real from 3D.</a:t>
          </a:r>
        </a:p>
      </dsp:txBody>
      <dsp:txXfrm>
        <a:off x="5760154" y="82365"/>
        <a:ext cx="2181240" cy="1308744"/>
      </dsp:txXfrm>
    </dsp:sp>
    <dsp:sp modelId="{D7A07252-F7AB-4373-AD12-B28E825F9555}">
      <dsp:nvSpPr>
        <dsp:cNvPr id="0" name=""/>
        <dsp:cNvSpPr/>
      </dsp:nvSpPr>
      <dsp:spPr>
        <a:xfrm>
          <a:off x="2584911" y="2423329"/>
          <a:ext cx="4710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1085" y="45720"/>
              </a:lnTo>
            </a:path>
          </a:pathLst>
        </a:custGeom>
        <a:noFill/>
        <a:ln w="9525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7911" y="2466538"/>
        <a:ext cx="25084" cy="5021"/>
      </dsp:txXfrm>
    </dsp:sp>
    <dsp:sp modelId="{BDD4FA6A-0446-4292-AC0E-23686283636B}">
      <dsp:nvSpPr>
        <dsp:cNvPr id="0" name=""/>
        <dsp:cNvSpPr/>
      </dsp:nvSpPr>
      <dsp:spPr>
        <a:xfrm>
          <a:off x="405470" y="1814676"/>
          <a:ext cx="2181240" cy="130874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883" tIns="112192" rIns="106883" bIns="1121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Implementation Pipeline:</a:t>
          </a:r>
          <a:endParaRPr lang="en-US" sz="1200" kern="1200"/>
        </a:p>
      </dsp:txBody>
      <dsp:txXfrm>
        <a:off x="405470" y="1814676"/>
        <a:ext cx="2181240" cy="1308744"/>
      </dsp:txXfrm>
    </dsp:sp>
    <dsp:sp modelId="{604DC978-BDAC-4117-AC6C-65372553B8E5}">
      <dsp:nvSpPr>
        <dsp:cNvPr id="0" name=""/>
        <dsp:cNvSpPr/>
      </dsp:nvSpPr>
      <dsp:spPr>
        <a:xfrm>
          <a:off x="5267837" y="2423329"/>
          <a:ext cx="4710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1085" y="45720"/>
              </a:lnTo>
            </a:path>
          </a:pathLst>
        </a:custGeom>
        <a:noFill/>
        <a:ln w="9525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90838" y="2466538"/>
        <a:ext cx="25084" cy="5021"/>
      </dsp:txXfrm>
    </dsp:sp>
    <dsp:sp modelId="{783B48C6-5A8C-4850-9AAA-9E19C8665D14}">
      <dsp:nvSpPr>
        <dsp:cNvPr id="0" name=""/>
        <dsp:cNvSpPr/>
      </dsp:nvSpPr>
      <dsp:spPr>
        <a:xfrm>
          <a:off x="3088396" y="1814676"/>
          <a:ext cx="2181240" cy="1308744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883" tIns="112192" rIns="106883" bIns="1121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Input:</a:t>
          </a:r>
          <a:r>
            <a:rPr lang="en-US" sz="1200" kern="1200"/>
            <a:t> RGB Images resized to </a:t>
          </a:r>
          <a:r>
            <a:rPr lang="en-US" sz="1200" b="1" kern="1200"/>
            <a:t>224×224</a:t>
          </a:r>
          <a:r>
            <a:rPr lang="en-US" sz="1200" kern="1200"/>
            <a:t> and normalized.</a:t>
          </a:r>
        </a:p>
      </dsp:txBody>
      <dsp:txXfrm>
        <a:off x="3088396" y="1814676"/>
        <a:ext cx="2181240" cy="1308744"/>
      </dsp:txXfrm>
    </dsp:sp>
    <dsp:sp modelId="{B5887F8F-AE18-4950-8A12-BAE03EAC7006}">
      <dsp:nvSpPr>
        <dsp:cNvPr id="0" name=""/>
        <dsp:cNvSpPr/>
      </dsp:nvSpPr>
      <dsp:spPr>
        <a:xfrm>
          <a:off x="1496090" y="3121621"/>
          <a:ext cx="5365852" cy="471085"/>
        </a:xfrm>
        <a:custGeom>
          <a:avLst/>
          <a:gdLst/>
          <a:ahLst/>
          <a:cxnLst/>
          <a:rect l="0" t="0" r="0" b="0"/>
          <a:pathLst>
            <a:path>
              <a:moveTo>
                <a:pt x="5365852" y="0"/>
              </a:moveTo>
              <a:lnTo>
                <a:pt x="5365852" y="252642"/>
              </a:lnTo>
              <a:lnTo>
                <a:pt x="0" y="252642"/>
              </a:lnTo>
              <a:lnTo>
                <a:pt x="0" y="471085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44285" y="3354653"/>
        <a:ext cx="269462" cy="5021"/>
      </dsp:txXfrm>
    </dsp:sp>
    <dsp:sp modelId="{527ED5B1-975D-48C4-954A-80C7AE58EB79}">
      <dsp:nvSpPr>
        <dsp:cNvPr id="0" name=""/>
        <dsp:cNvSpPr/>
      </dsp:nvSpPr>
      <dsp:spPr>
        <a:xfrm>
          <a:off x="5771322" y="1814676"/>
          <a:ext cx="2181240" cy="1308744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883" tIns="112192" rIns="106883" bIns="1121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Custom Head:</a:t>
          </a:r>
          <a:r>
            <a:rPr lang="en-US" sz="1200" kern="1200"/>
            <a:t> The original classifier was replaced with a </a:t>
          </a:r>
          <a:r>
            <a:rPr lang="en-US" sz="1200" b="1" kern="1200"/>
            <a:t>Fully Connected Layer</a:t>
          </a:r>
          <a:r>
            <a:rPr lang="en-US" sz="1200" kern="1200"/>
            <a:t> outputting </a:t>
          </a:r>
          <a:r>
            <a:rPr lang="en-US" sz="1200" b="1" kern="1200"/>
            <a:t>3 classes</a:t>
          </a:r>
          <a:r>
            <a:rPr lang="en-US" sz="1200" kern="1200"/>
            <a:t> (Real, 2D, 3D).</a:t>
          </a:r>
        </a:p>
      </dsp:txBody>
      <dsp:txXfrm>
        <a:off x="5771322" y="1814676"/>
        <a:ext cx="2181240" cy="1308744"/>
      </dsp:txXfrm>
    </dsp:sp>
    <dsp:sp modelId="{628604E2-4C07-44A8-9C36-0440EB3DDC26}">
      <dsp:nvSpPr>
        <dsp:cNvPr id="0" name=""/>
        <dsp:cNvSpPr/>
      </dsp:nvSpPr>
      <dsp:spPr>
        <a:xfrm>
          <a:off x="405470" y="3625106"/>
          <a:ext cx="2181240" cy="130874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883" tIns="112192" rIns="106883" bIns="1121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Training:</a:t>
          </a:r>
          <a:r>
            <a:rPr lang="en-US" sz="1200" kern="1200"/>
            <a:t> Fine-tuning performed using </a:t>
          </a:r>
          <a:r>
            <a:rPr lang="en-US" sz="1200" b="1" kern="1200"/>
            <a:t>CrossEntropyLoss</a:t>
          </a:r>
          <a:r>
            <a:rPr lang="en-US" sz="1200" kern="1200"/>
            <a:t> and </a:t>
          </a:r>
          <a:r>
            <a:rPr lang="en-US" sz="1200" b="1" kern="1200"/>
            <a:t>Adam Optimizer</a:t>
          </a:r>
          <a:r>
            <a:rPr lang="en-US" sz="1200" kern="1200"/>
            <a:t> (LR=0.001) to adapt the model to specific stylistic features.</a:t>
          </a:r>
        </a:p>
      </dsp:txBody>
      <dsp:txXfrm>
        <a:off x="405470" y="3625106"/>
        <a:ext cx="2181240" cy="13087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1AE413-6F9A-4D59-AD2D-B8F8E5415030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Model A: EfficientNet-B0 (Pre-trained on ImageNet).</a:t>
          </a:r>
        </a:p>
      </dsp:txBody>
      <dsp:txXfrm>
        <a:off x="28038" y="28038"/>
        <a:ext cx="5195473" cy="901218"/>
      </dsp:txXfrm>
    </dsp:sp>
    <dsp:sp modelId="{7DDC390C-901C-44BC-82D6-B076F1744C46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Model B: ResNet18 (Optimized for patterns).</a:t>
          </a:r>
        </a:p>
      </dsp:txBody>
      <dsp:txXfrm>
        <a:off x="556446" y="1159385"/>
        <a:ext cx="5102633" cy="901218"/>
      </dsp:txXfrm>
    </dsp:sp>
    <dsp:sp modelId="{27E396EF-D608-42AA-89D6-9F87A0D2E951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Fusion Head: Concatenates features (1280 + 512).</a:t>
          </a:r>
        </a:p>
      </dsp:txBody>
      <dsp:txXfrm>
        <a:off x="1076969" y="2290733"/>
        <a:ext cx="5110520" cy="901218"/>
      </dsp:txXfrm>
    </dsp:sp>
    <dsp:sp modelId="{1FBB6219-FF3E-4FCE-B7A9-CE958B943E52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Classifier: Fully Connected Layers with Dropout (0.3) to prevent overfitting.</a:t>
          </a:r>
        </a:p>
      </dsp:txBody>
      <dsp:txXfrm>
        <a:off x="1605378" y="3422081"/>
        <a:ext cx="5102633" cy="901218"/>
      </dsp:txXfrm>
    </dsp:sp>
    <dsp:sp modelId="{8F8F2BFB-515D-47B9-9F03-847C3369E82E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32C3DBA0-F62E-4A02-BDB0-324E91941567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A75671C7-69BF-4B55-83CC-BF141F45691F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0B169-9919-4B2F-B21B-9E0AE19E7B0D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2CA2E-0C15-4FCD-8865-6829177AA4F8}">
      <dsp:nvSpPr>
        <dsp:cNvPr id="0" name=""/>
        <dsp:cNvSpPr/>
      </dsp:nvSpPr>
      <dsp:spPr>
        <a:xfrm>
          <a:off x="0" y="2209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Framework: PyTorch.</a:t>
          </a:r>
        </a:p>
      </dsp:txBody>
      <dsp:txXfrm>
        <a:off x="0" y="2209"/>
        <a:ext cx="8229600" cy="753590"/>
      </dsp:txXfrm>
    </dsp:sp>
    <dsp:sp modelId="{D728E88C-C12D-4CD0-B5D8-F47CE203D5C9}">
      <dsp:nvSpPr>
        <dsp:cNvPr id="0" name=""/>
        <dsp:cNvSpPr/>
      </dsp:nvSpPr>
      <dsp:spPr>
        <a:xfrm>
          <a:off x="0" y="7558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6AEE3-DEE0-4E50-B033-967DDCB2F1CC}">
      <dsp:nvSpPr>
        <dsp:cNvPr id="0" name=""/>
        <dsp:cNvSpPr/>
      </dsp:nvSpPr>
      <dsp:spPr>
        <a:xfrm>
          <a:off x="0" y="75580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Loss Function: CrossEntropyLoss.</a:t>
          </a:r>
        </a:p>
      </dsp:txBody>
      <dsp:txXfrm>
        <a:off x="0" y="755800"/>
        <a:ext cx="8229600" cy="753590"/>
      </dsp:txXfrm>
    </dsp:sp>
    <dsp:sp modelId="{5713EDE5-0946-41B8-9C59-2AFDA820B109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FCCBE-1955-4FC0-894C-00AD33FF4B70}">
      <dsp:nvSpPr>
        <dsp:cNvPr id="0" name=""/>
        <dsp:cNvSpPr/>
      </dsp:nvSpPr>
      <dsp:spPr>
        <a:xfrm>
          <a:off x="0" y="150939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Optimizer: Adam (LR = 0.0001).</a:t>
          </a:r>
        </a:p>
      </dsp:txBody>
      <dsp:txXfrm>
        <a:off x="0" y="1509390"/>
        <a:ext cx="8229600" cy="753590"/>
      </dsp:txXfrm>
    </dsp:sp>
    <dsp:sp modelId="{6F7DD741-2F0E-4CE0-A706-7BEF4A0920A8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A5682-F44C-48B4-A870-294FDA113E7F}">
      <dsp:nvSpPr>
        <dsp:cNvPr id="0" name=""/>
        <dsp:cNvSpPr/>
      </dsp:nvSpPr>
      <dsp:spPr>
        <a:xfrm>
          <a:off x="0" y="2262981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- Batch Size: 15.</a:t>
          </a:r>
        </a:p>
      </dsp:txBody>
      <dsp:txXfrm>
        <a:off x="0" y="2262981"/>
        <a:ext cx="8229600" cy="753590"/>
      </dsp:txXfrm>
    </dsp:sp>
    <dsp:sp modelId="{A5EDB2C7-D020-4850-8413-45E36DE5F8DF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270C1-1538-4D7B-9D72-FC440CF08378}">
      <dsp:nvSpPr>
        <dsp:cNvPr id="0" name=""/>
        <dsp:cNvSpPr/>
      </dsp:nvSpPr>
      <dsp:spPr>
        <a:xfrm>
          <a:off x="0" y="301657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Epochs: 10.</a:t>
          </a:r>
        </a:p>
      </dsp:txBody>
      <dsp:txXfrm>
        <a:off x="0" y="3016572"/>
        <a:ext cx="8229600" cy="753590"/>
      </dsp:txXfrm>
    </dsp:sp>
    <dsp:sp modelId="{83DF20BC-1FE9-40A5-81F3-BE4B0A0DA611}">
      <dsp:nvSpPr>
        <dsp:cNvPr id="0" name=""/>
        <dsp:cNvSpPr/>
      </dsp:nvSpPr>
      <dsp:spPr>
        <a:xfrm>
          <a:off x="0" y="377016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A7D8D-6FF6-4859-B30E-2007BC8ED850}">
      <dsp:nvSpPr>
        <dsp:cNvPr id="0" name=""/>
        <dsp:cNvSpPr/>
      </dsp:nvSpPr>
      <dsp:spPr>
        <a:xfrm>
          <a:off x="0" y="377016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Hardware: GPU Acceleration.</a:t>
          </a:r>
        </a:p>
      </dsp:txBody>
      <dsp:txXfrm>
        <a:off x="0" y="3770162"/>
        <a:ext cx="8229600" cy="7535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relCohenTech/ImageClassification" TargetMode="Externa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074" y="705531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 dirty="0"/>
              <a:t>Image classification using Dual-Stream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1554" y="3368694"/>
            <a:ext cx="7647040" cy="1886721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 Hybrid Approach Combining Spatial (RGB) and Frequency (FFT) Analysis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b="1" dirty="0"/>
              <a:t>Student Names: Orel Cohen 214266819, Hen Mandelbaum 209533587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A76F98B-3663-FA9A-ED62-8FF54DFCBD64}"/>
              </a:ext>
            </a:extLst>
          </p:cNvPr>
          <p:cNvSpPr txBox="1"/>
          <p:nvPr/>
        </p:nvSpPr>
        <p:spPr>
          <a:xfrm>
            <a:off x="2222089" y="5815568"/>
            <a:ext cx="781664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Course:</a:t>
            </a:r>
            <a:r>
              <a:rPr lang="en-US" dirty="0"/>
              <a:t> Deep Learning </a:t>
            </a:r>
            <a:r>
              <a:rPr lang="en-US" b="1" dirty="0"/>
              <a:t>Date:</a:t>
            </a:r>
            <a:r>
              <a:rPr lang="en-US" dirty="0"/>
              <a:t> February 2026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en-US" sz="4500"/>
              <a:t>Project Overview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653" y="937491"/>
            <a:ext cx="4576157" cy="498302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2000" b="1" dirty="0"/>
              <a:t> Mission: </a:t>
            </a:r>
            <a:r>
              <a:rPr lang="en-US" dirty="0"/>
              <a:t>To develop a robust Deep Learning system capable of distinguishing between</a:t>
            </a:r>
            <a:r>
              <a:rPr lang="en-US" sz="2000" dirty="0"/>
              <a:t> Real image vs 2D vs 3D image.</a:t>
            </a:r>
          </a:p>
          <a:p>
            <a:pPr>
              <a:defRPr sz="2000"/>
            </a:pPr>
            <a:r>
              <a:rPr lang="en-US" sz="2000" b="1" dirty="0"/>
              <a:t>The Challenge: </a:t>
            </a:r>
            <a:r>
              <a:rPr lang="en-US" dirty="0"/>
              <a:t>Advancements in Generative AI and 3D Rendering Engines create hyper-realistic fakes that are often indistinguishable to the human eye</a:t>
            </a:r>
            <a:r>
              <a:rPr lang="en-US" sz="2000" dirty="0"/>
              <a:t>.</a:t>
            </a:r>
          </a:p>
          <a:p>
            <a:pPr>
              <a:defRPr sz="2000"/>
            </a:pPr>
            <a:r>
              <a:rPr lang="en-US" sz="2000" b="1" dirty="0"/>
              <a:t>Our Solution: </a:t>
            </a:r>
            <a:r>
              <a:rPr lang="en-US" dirty="0"/>
              <a:t>that categorizes images into three distinct classes:</a:t>
            </a:r>
          </a:p>
          <a:p>
            <a:pPr>
              <a:defRPr sz="2000"/>
            </a:pPr>
            <a:r>
              <a:rPr lang="en-US" sz="2000" dirty="0"/>
              <a:t>  1. REAL </a:t>
            </a:r>
          </a:p>
          <a:p>
            <a:pPr>
              <a:defRPr sz="2000"/>
            </a:pPr>
            <a:r>
              <a:rPr lang="en-US" sz="2000" dirty="0"/>
              <a:t>  2. 2D </a:t>
            </a:r>
          </a:p>
          <a:p>
            <a:pPr>
              <a:defRPr sz="2000"/>
            </a:pPr>
            <a:r>
              <a:rPr lang="en-US" sz="2000" dirty="0"/>
              <a:t>  3. 3D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391" y="591829"/>
            <a:ext cx="2954766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 &amp; Use Cases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17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4833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3918" y="821124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63178" y="1336268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15" name="TextBox 2">
            <a:extLst>
              <a:ext uri="{FF2B5EF4-FFF2-40B4-BE49-F238E27FC236}">
                <a16:creationId xmlns:a16="http://schemas.microsoft.com/office/drawing/2014/main" id="{88706048-5D9B-A5ED-2D5E-A0381156F2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3950629"/>
              </p:ext>
            </p:extLst>
          </p:nvPr>
        </p:nvGraphicFramePr>
        <p:xfrm>
          <a:off x="4119532" y="671805"/>
          <a:ext cx="4724386" cy="5846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US" sz="3500"/>
              <a:t>The Dataset (3,000 Images)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A1139F-1549-F005-320A-ED76C1BE7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0292430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US" sz="3500"/>
              <a:t>Methodology: Dual-Stream Architecture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EA54FF0-D40C-8D6F-540A-078540781C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628465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115D92A-04F6-D658-D1A7-3C41FD7A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System Block Diagram</a:t>
            </a:r>
            <a:endParaRPr lang="he-IL" dirty="0"/>
          </a:p>
        </p:txBody>
      </p:sp>
      <p:graphicFrame>
        <p:nvGraphicFramePr>
          <p:cNvPr id="17" name="Rectangle 3">
            <a:extLst>
              <a:ext uri="{FF2B5EF4-FFF2-40B4-BE49-F238E27FC236}">
                <a16:creationId xmlns:a16="http://schemas.microsoft.com/office/drawing/2014/main" id="{DFB7EDC6-82AD-E5C9-E57A-4B02DBB36C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179297"/>
              </p:ext>
            </p:extLst>
          </p:nvPr>
        </p:nvGraphicFramePr>
        <p:xfrm>
          <a:off x="157316" y="1690688"/>
          <a:ext cx="8358034" cy="4938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29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54EC17F-0D91-E104-9831-15A824CD2D5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Architecture Design Details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6ECD26-8CF7-D0E6-ACC9-720D7BD0E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04296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676400"/>
            <a:ext cx="2857500" cy="3505200"/>
          </a:xfrm>
        </p:spPr>
        <p:txBody>
          <a:bodyPr anchor="t">
            <a:normAutofit/>
          </a:bodyPr>
          <a:lstStyle/>
          <a:p>
            <a:r>
              <a:rPr lang="en-US" sz="3500" dirty="0"/>
              <a:t>The FFT Algorithm</a:t>
            </a:r>
            <a:br>
              <a:rPr lang="en-US" sz="3500" dirty="0"/>
            </a:br>
            <a:r>
              <a:rPr lang="en-US" sz="3600" dirty="0"/>
              <a:t>(Frequency Analysis)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3" y="1676400"/>
            <a:ext cx="4229097" cy="3907536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How we detect the invisible:</a:t>
            </a:r>
          </a:p>
          <a:p>
            <a:pPr>
              <a:defRPr sz="2000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1. Convert to Grayscale.</a:t>
            </a:r>
          </a:p>
          <a:p>
            <a:pPr>
              <a:defRPr sz="2000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2. Apply 2D Fast Fourier Transform (FFT).</a:t>
            </a:r>
          </a:p>
          <a:p>
            <a:pPr>
              <a:defRPr sz="2000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3. Logarithmic Scale &amp; Shift to visualize low-magnitude frequencies.</a:t>
            </a:r>
          </a:p>
          <a:p>
            <a:pPr>
              <a:defRPr sz="2000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4. Shift the zero-frequency component to the center</a:t>
            </a:r>
          </a:p>
          <a:p>
            <a:pPr>
              <a:defRPr sz="2000"/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Result: A spectral image where fake images show distinct geometric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793D034-4CFF-9711-CEE8-A4C9139D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Pseudo-Code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מציין מיקום תוכן 4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DDF25A5-1379-61E4-B2DC-16651D702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722" y="1032364"/>
            <a:ext cx="5410962" cy="476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01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D2AD37-5B93-9DD6-60A2-0AEBADD2E4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04084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1974716"/>
            <a:ext cx="3485179" cy="4381633"/>
          </a:xfrm>
        </p:spPr>
        <p:txBody>
          <a:bodyPr anchor="ctr">
            <a:normAutofit fontScale="92500" lnSpcReduction="10000"/>
          </a:bodyPr>
          <a:lstStyle/>
          <a:p>
            <a:pPr>
              <a:defRPr sz="2000"/>
            </a:pPr>
            <a:r>
              <a:rPr lang="en-US" sz="2400" dirty="0"/>
              <a:t>- Total Accuracy: 99% on Test Set.</a:t>
            </a:r>
          </a:p>
          <a:p>
            <a:pPr>
              <a:defRPr sz="2000"/>
            </a:pPr>
            <a:r>
              <a:rPr lang="en-US" sz="2400" dirty="0"/>
              <a:t>- Precision &amp; Recall: 0.99 for all classes.</a:t>
            </a:r>
          </a:p>
          <a:p>
            <a:pPr>
              <a:defRPr sz="2000"/>
            </a:pPr>
            <a:r>
              <a:rPr lang="en-US" sz="2400" dirty="0"/>
              <a:t>- Confusion Matrix Analysis:</a:t>
            </a:r>
          </a:p>
          <a:p>
            <a:pPr>
              <a:defRPr sz="2000"/>
            </a:pPr>
            <a:r>
              <a:rPr lang="en-US" sz="2400" dirty="0"/>
              <a:t>  - 2D Detection: 995/1000 detected.</a:t>
            </a:r>
          </a:p>
          <a:p>
            <a:pPr>
              <a:defRPr sz="2000"/>
            </a:pPr>
            <a:r>
              <a:rPr lang="en-US" sz="2400" dirty="0"/>
              <a:t>  - Real Detection: 998/1000 detected (only 2 errors).</a:t>
            </a:r>
          </a:p>
          <a:p>
            <a:pPr>
              <a:defRPr sz="2000"/>
            </a:pPr>
            <a:r>
              <a:rPr lang="en-US" sz="2400" dirty="0"/>
              <a:t>Total Errors: Only 7 out of 3,000 images.</a:t>
            </a:r>
          </a:p>
        </p:txBody>
      </p:sp>
      <p:pic>
        <p:nvPicPr>
          <p:cNvPr id="5" name="Picture 4" descr="זכוכית מגדלת המציגה ירידה בביצועים">
            <a:extLst>
              <a:ext uri="{FF2B5EF4-FFF2-40B4-BE49-F238E27FC236}">
                <a16:creationId xmlns:a16="http://schemas.microsoft.com/office/drawing/2014/main" id="{82C33EE3-E625-D3E2-C716-0C053953A0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43" r="4300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Explainability (Grad-CAM)</a:t>
            </a:r>
          </a:p>
        </p:txBody>
      </p:sp>
      <p:pic>
        <p:nvPicPr>
          <p:cNvPr id="9" name="תמונה 8" descr="תמונה שמכילה סרט מצויר, אנימציה, צעצוע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D51F7D5-F96B-D492-B88E-67FA416D00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55" r="24604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B932810F-4C70-D32A-12E1-391CBB4268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819144" cy="381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A5B5390-B93A-934E-C718-D58E77F92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3" name="מציין מיקום תוכן 12">
            <a:extLst>
              <a:ext uri="{FF2B5EF4-FFF2-40B4-BE49-F238E27FC236}">
                <a16:creationId xmlns:a16="http://schemas.microsoft.com/office/drawing/2014/main" id="{26762C9F-D7EF-9B67-A4C6-8E969B917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57" y="1935803"/>
            <a:ext cx="3599330" cy="457200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Analysis:</a:t>
            </a:r>
            <a:endParaRPr lang="en-US" dirty="0"/>
          </a:p>
          <a:p>
            <a:r>
              <a:rPr lang="en-US" b="1" dirty="0"/>
              <a:t>In Real Images:</a:t>
            </a:r>
            <a:r>
              <a:rPr lang="en-US" dirty="0"/>
              <a:t> The model focuses on organic details like eyes, hair, and skin texture irregularities.</a:t>
            </a:r>
          </a:p>
          <a:p>
            <a:r>
              <a:rPr lang="en-US" b="1" dirty="0"/>
              <a:t>In Fake Images:</a:t>
            </a:r>
            <a:r>
              <a:rPr lang="en-US" dirty="0"/>
              <a:t> The model targets overly smooth areas, rendering artifacts, and unnatural blending, confirming it is not "memorizing" background noise but learning relevant features.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9076DFF2-E32B-5608-91BE-E6A08E3EB473}"/>
              </a:ext>
            </a:extLst>
          </p:cNvPr>
          <p:cNvSpPr txBox="1"/>
          <p:nvPr/>
        </p:nvSpPr>
        <p:spPr>
          <a:xfrm>
            <a:off x="1965960" y="2223022"/>
            <a:ext cx="478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מציין מיקום תוכן 6">
            <a:extLst>
              <a:ext uri="{FF2B5EF4-FFF2-40B4-BE49-F238E27FC236}">
                <a16:creationId xmlns:a16="http://schemas.microsoft.com/office/drawing/2014/main" id="{C3DBF9CF-90A1-2496-DF72-C4F8F0C5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Conclusion: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We successfully developed a </a:t>
            </a:r>
            <a:r>
              <a:rPr lang="en-US" sz="1800" b="1" dirty="0"/>
              <a:t>Dual-Stream CNN</a:t>
            </a:r>
            <a:r>
              <a:rPr lang="en-US" sz="1800" dirty="0"/>
              <a:t> that solves the problem of art style detection with near-perfect accuracy.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combination of </a:t>
            </a:r>
            <a:r>
              <a:rPr lang="en-US" sz="1800" b="1" dirty="0"/>
              <a:t>Visual (RGB)</a:t>
            </a:r>
            <a:r>
              <a:rPr lang="en-US" sz="1800" dirty="0"/>
              <a:t> and </a:t>
            </a:r>
            <a:r>
              <a:rPr lang="en-US" sz="1800" b="1" dirty="0"/>
              <a:t>Spectral (FFT)</a:t>
            </a:r>
            <a:r>
              <a:rPr lang="en-US" sz="1800" dirty="0"/>
              <a:t> analysis proved to be superior to single-stream methods.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Future Work: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b="1" dirty="0"/>
              <a:t>Real-time Video:</a:t>
            </a:r>
            <a:r>
              <a:rPr lang="en-US" sz="1800" dirty="0"/>
              <a:t> Expanding the model to process video frames in real-time.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Temporal Analysis:</a:t>
            </a:r>
            <a:r>
              <a:rPr lang="en-US" sz="1800" dirty="0"/>
              <a:t> Adding a temporal dimension (RNN/LSTM) to detect inconsistencies across video frames (e.g., blinking patterns).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Mobile Deployment:</a:t>
            </a:r>
            <a:r>
              <a:rPr lang="en-US" sz="1800" dirty="0"/>
              <a:t> Optimizing the model size for edge devices.</a:t>
            </a:r>
          </a:p>
          <a:p>
            <a:pPr>
              <a:lnSpc>
                <a:spcPct val="90000"/>
              </a:lnSpc>
            </a:pPr>
            <a:endParaRPr lang="he-IL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Source Code</a:t>
            </a:r>
          </a:p>
        </p:txBody>
      </p:sp>
      <p:pic>
        <p:nvPicPr>
          <p:cNvPr id="5" name="Picture 4" descr="מסוע תיבות ומכבש">
            <a:extLst>
              <a:ext uri="{FF2B5EF4-FFF2-40B4-BE49-F238E27FC236}">
                <a16:creationId xmlns:a16="http://schemas.microsoft.com/office/drawing/2014/main" id="{AC6526BD-88F5-A7BC-A65D-5B43015F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90" b="3000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 lnSpcReduction="10000"/>
          </a:bodyPr>
          <a:lstStyle/>
          <a:p>
            <a:pPr>
              <a:defRPr sz="2000"/>
            </a:pPr>
            <a:r>
              <a:rPr lang="en-US" sz="1600" dirty="0"/>
              <a:t>Full project available at:</a:t>
            </a:r>
          </a:p>
          <a:p>
            <a:pPr>
              <a:defRPr sz="2000"/>
            </a:pPr>
            <a:r>
              <a:rPr lang="en-US" sz="1600" dirty="0">
                <a:hlinkClick r:id="rId3"/>
              </a:rPr>
              <a:t>https://github.com/OrelCohenTech/ImageClassification</a:t>
            </a:r>
            <a:endParaRPr lang="en-US" sz="1600" dirty="0"/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lang="en-US" sz="1500" dirty="0"/>
              <a:t>Repository Contents:</a:t>
            </a:r>
          </a:p>
          <a:p>
            <a:pPr>
              <a:defRPr sz="2000"/>
            </a:pPr>
            <a:r>
              <a:rPr lang="en-US" sz="1500" dirty="0" err="1"/>
              <a:t>src</a:t>
            </a:r>
            <a:r>
              <a:rPr lang="en-US" sz="1500" dirty="0"/>
              <a:t>/: Full source code (Training, Inference, Evaluation).</a:t>
            </a:r>
          </a:p>
          <a:p>
            <a:pPr>
              <a:defRPr sz="2000"/>
            </a:pPr>
            <a:r>
              <a:rPr lang="en-US" sz="1500" dirty="0"/>
              <a:t>data/: Data loading and preprocessing scripts.</a:t>
            </a:r>
          </a:p>
          <a:p>
            <a:pPr>
              <a:defRPr sz="2000"/>
            </a:pPr>
            <a:r>
              <a:rPr lang="en-US" sz="1500" dirty="0"/>
              <a:t>models/: Saved pre-trained weights (.</a:t>
            </a:r>
            <a:r>
              <a:rPr lang="en-US" sz="1500" dirty="0" err="1"/>
              <a:t>pth</a:t>
            </a:r>
            <a:r>
              <a:rPr lang="en-US" sz="1500" dirty="0"/>
              <a:t>).</a:t>
            </a:r>
          </a:p>
          <a:p>
            <a:pPr>
              <a:defRPr sz="2000"/>
            </a:pPr>
            <a:r>
              <a:rPr lang="en-US" sz="1500" dirty="0"/>
              <a:t>README.md: Comprehensive documentation and installation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831</Words>
  <Application>Microsoft Office PowerPoint</Application>
  <PresentationFormat>‫הצגה על המסך (4:3)</PresentationFormat>
  <Paragraphs>86</Paragraphs>
  <Slides>14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Image classification using Dual-Stream CNN</vt:lpstr>
      <vt:lpstr>Project Overview &amp; Mission</vt:lpstr>
      <vt:lpstr>Motivation &amp; Use Cases</vt:lpstr>
      <vt:lpstr>The Dataset (3,000 Images)</vt:lpstr>
      <vt:lpstr>Methodology: Dual-Stream Architecture</vt:lpstr>
      <vt:lpstr>System Block Diagram</vt:lpstr>
      <vt:lpstr>Architecture Design Details</vt:lpstr>
      <vt:lpstr>The FFT Algorithm (Frequency Analysis)</vt:lpstr>
      <vt:lpstr>Python Pseudo-Code</vt:lpstr>
      <vt:lpstr>Training Process</vt:lpstr>
      <vt:lpstr>Results &amp; Performance</vt:lpstr>
      <vt:lpstr>Explainability (Grad-CAM)</vt:lpstr>
      <vt:lpstr>Conclusion &amp; Future Work</vt:lpstr>
      <vt:lpstr>Source Code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אוראל כהן</dc:creator>
  <cp:keywords/>
  <dc:description>generated using python-pptx</dc:description>
  <cp:lastModifiedBy>אוראל כהן</cp:lastModifiedBy>
  <cp:revision>9</cp:revision>
  <dcterms:created xsi:type="dcterms:W3CDTF">2013-01-27T09:14:16Z</dcterms:created>
  <dcterms:modified xsi:type="dcterms:W3CDTF">2026-02-02T13:52:57Z</dcterms:modified>
  <cp:category/>
</cp:coreProperties>
</file>